
<file path=[Content_Types].xml><?xml version="1.0" encoding="utf-8"?>
<Types xmlns="http://schemas.openxmlformats.org/package/2006/content-types">
  <Default ContentType="application/x-fontdata" Extension="fntdata"/>
  <Default ContentType="image/png" Extension="png"/>
  <Default ContentType="application/vnd.openxmlformats-package.relationships+xml" Extension="rels"/>
  <Default ContentType="application/xml" Extension="xml"/>
  <Override ContentType="application/vnd.openxmlformats-officedocument.presentationml.commentAuthors+xml" PartName="/ppt/commentAuthors.xml"/>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Props+xml" PartName="/ppt/presProps.xml"/>
  <Override ContentType="application/vnd.openxmlformats-officedocument.presentationml.presentation.main+xml" PartName="/ppt/presentation.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viewProps+xml" PartName="/ppt/view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arget="ppt/presentation.xml" Type="http://schemas.openxmlformats.org/officeDocument/2006/relationships/officeDocument"/></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aveSubsetFonts="1" strictFirstAndLastChars="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9144000" cy="5143500"/>
  <p:notesSz cx="6858000" cy="9144000"/>
  <p:embeddedFontLst>
    <p:embeddedFont>
      <p:font typeface="Montserrat"/>
      <p:regular r:id="rId45"/>
      <p:bold r:id="rId46"/>
      <p:italic r:id="rId47"/>
      <p:boldItalic r:id="rId48"/>
    </p:embeddedFont>
    <p:embeddedFont>
      <p:font typeface="Lato"/>
      <p:regular r:id="rId49"/>
      <p:bold r:id="rId50"/>
      <p:italic r:id="rId51"/>
      <p:boldItalic r:id="rId52"/>
    </p:embeddedFont>
  </p:embeddedFontLst>
  <p:defaultText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3" roundtripDataSignature="AMtx7mjM+CgCt6Z0DDem7y5ZEMo5jRlHc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Nikesh Pandey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d="100" n="100"/>
          <a:sy d="100" n="100"/>
        </p:scale>
        <p:origin x="0" y="0"/>
      </p:cViewPr>
      <p:guideLst>
        <p:guide orient="horz" pos="1620"/>
        <p:guide pos="2880"/>
      </p:guideLst>
    </p:cSldViewPr>
  </p:slideViewPr>
</p:viewPr>
</file>

<file path=ppt/_rels/presentation.xml.rels><?xml version="1.0" encoding="UTF-8" standalone="yes"?><Relationships xmlns="http://schemas.openxmlformats.org/package/2006/relationships"><Relationship Id="rId53" Target="metadata" Type="http://customschemas.google.com/relationships/presentationmetadata"/><Relationship Id="rId52" Target="fonts/Lato-boldItalic.fntdata" Type="http://schemas.openxmlformats.org/officeDocument/2006/relationships/font"/><Relationship Id="rId51" Target="fonts/Lato-italic.fntdata" Type="http://schemas.openxmlformats.org/officeDocument/2006/relationships/font"/><Relationship Id="rId50" Target="fonts/Lato-bold.fntdata" Type="http://schemas.openxmlformats.org/officeDocument/2006/relationships/font"/><Relationship Id="rId5" Target="slideMasters/slideMaster1.xml" Type="http://schemas.openxmlformats.org/officeDocument/2006/relationships/slideMaster"/><Relationship Id="rId39" Target="slides/slide33.xml" Type="http://schemas.openxmlformats.org/officeDocument/2006/relationships/slide"/><Relationship Id="rId4" Target="commentAuthors.xml" Type="http://schemas.openxmlformats.org/officeDocument/2006/relationships/commentAuthors"/><Relationship Id="rId38" Target="slides/slide32.xml" Type="http://schemas.openxmlformats.org/officeDocument/2006/relationships/slide"/><Relationship Id="rId3" Target="presProps.xml" Type="http://schemas.openxmlformats.org/officeDocument/2006/relationships/presProps"/><Relationship Id="rId37" Target="slides/slide31.xml" Type="http://schemas.openxmlformats.org/officeDocument/2006/relationships/slide"/><Relationship Id="rId2" Target="viewProps.xml" Type="http://schemas.openxmlformats.org/officeDocument/2006/relationships/viewProps"/><Relationship Id="rId36" Target="slides/slide30.xml" Type="http://schemas.openxmlformats.org/officeDocument/2006/relationships/slide"/><Relationship Id="rId1" Target="theme/theme1.xml" Type="http://schemas.openxmlformats.org/officeDocument/2006/relationships/theme"/><Relationship Id="rId35" Target="slides/slide29.xml" Type="http://schemas.openxmlformats.org/officeDocument/2006/relationships/slide"/><Relationship Id="rId34" Target="slides/slide28.xml" Type="http://schemas.openxmlformats.org/officeDocument/2006/relationships/slide"/><Relationship Id="rId33" Target="slides/slide27.xml" Type="http://schemas.openxmlformats.org/officeDocument/2006/relationships/slide"/><Relationship Id="rId32" Target="slides/slide26.xml" Type="http://schemas.openxmlformats.org/officeDocument/2006/relationships/slide"/><Relationship Id="rId31" Target="slides/slide25.xml" Type="http://schemas.openxmlformats.org/officeDocument/2006/relationships/slide"/><Relationship Id="rId30" Target="slides/slide24.xml" Type="http://schemas.openxmlformats.org/officeDocument/2006/relationships/slide"/><Relationship Id="rId27" Target="slides/slide21.xml" Type="http://schemas.openxmlformats.org/officeDocument/2006/relationships/slide"/><Relationship Id="rId26" Target="slides/slide20.xml" Type="http://schemas.openxmlformats.org/officeDocument/2006/relationships/slide"/><Relationship Id="rId25" Target="slides/slide19.xml" Type="http://schemas.openxmlformats.org/officeDocument/2006/relationships/slide"/><Relationship Id="rId24" Target="slides/slide18.xml" Type="http://schemas.openxmlformats.org/officeDocument/2006/relationships/slide"/><Relationship Id="rId21" Target="slides/slide15.xml" Type="http://schemas.openxmlformats.org/officeDocument/2006/relationships/slide"/><Relationship Id="rId19" Target="slides/slide13.xml" Type="http://schemas.openxmlformats.org/officeDocument/2006/relationships/slide"/><Relationship Id="rId20" Target="slides/slide14.xml" Type="http://schemas.openxmlformats.org/officeDocument/2006/relationships/slide"/><Relationship Id="rId18" Target="slides/slide12.xml" Type="http://schemas.openxmlformats.org/officeDocument/2006/relationships/slide"/><Relationship Id="rId17" Target="slides/slide11.xml" Type="http://schemas.openxmlformats.org/officeDocument/2006/relationships/slide"/><Relationship Id="rId13" Target="slides/slide7.xml" Type="http://schemas.openxmlformats.org/officeDocument/2006/relationships/slide"/><Relationship Id="rId47" Target="fonts/Montserrat-italic.fntdata" Type="http://schemas.openxmlformats.org/officeDocument/2006/relationships/font"/><Relationship Id="rId16" Target="slides/slide10.xml" Type="http://schemas.openxmlformats.org/officeDocument/2006/relationships/slide"/><Relationship Id="rId12" Target="slides/slide6.xml" Type="http://schemas.openxmlformats.org/officeDocument/2006/relationships/slide"/><Relationship Id="rId46" Target="fonts/Montserrat-bold.fntdata" Type="http://schemas.openxmlformats.org/officeDocument/2006/relationships/font"/><Relationship Id="rId49" Target="fonts/Lato-regular.fntdata" Type="http://schemas.openxmlformats.org/officeDocument/2006/relationships/font"/><Relationship Id="rId15" Target="slides/slide9.xml" Type="http://schemas.openxmlformats.org/officeDocument/2006/relationships/slide"/><Relationship Id="rId11" Target="slides/slide5.xml" Type="http://schemas.openxmlformats.org/officeDocument/2006/relationships/slide"/><Relationship Id="rId45" Target="fonts/Montserrat-regular.fntdata" Type="http://schemas.openxmlformats.org/officeDocument/2006/relationships/font"/><Relationship Id="rId48" Target="fonts/Montserrat-boldItalic.fntdata" Type="http://schemas.openxmlformats.org/officeDocument/2006/relationships/font"/><Relationship Id="rId14" Target="slides/slide8.xml" Type="http://schemas.openxmlformats.org/officeDocument/2006/relationships/slide"/><Relationship Id="rId10" Target="slides/slide4.xml" Type="http://schemas.openxmlformats.org/officeDocument/2006/relationships/slide"/><Relationship Id="rId44" Target="slides/slide38.xml" Type="http://schemas.openxmlformats.org/officeDocument/2006/relationships/slide"/><Relationship Id="rId43" Target="slides/slide37.xml" Type="http://schemas.openxmlformats.org/officeDocument/2006/relationships/slide"/><Relationship Id="rId42" Target="slides/slide36.xml" Type="http://schemas.openxmlformats.org/officeDocument/2006/relationships/slide"/><Relationship Id="rId41" Target="slides/slide35.xml" Type="http://schemas.openxmlformats.org/officeDocument/2006/relationships/slide"/><Relationship Id="rId9" Target="slides/slide3.xml" Type="http://schemas.openxmlformats.org/officeDocument/2006/relationships/slide"/><Relationship Id="rId40" Target="slides/slide34.xml" Type="http://schemas.openxmlformats.org/officeDocument/2006/relationships/slide"/><Relationship Id="rId8" Target="slides/slide2.xml" Type="http://schemas.openxmlformats.org/officeDocument/2006/relationships/slide"/><Relationship Id="rId7" Target="slides/slide1.xml" Type="http://schemas.openxmlformats.org/officeDocument/2006/relationships/slide"/><Relationship Id="rId6" Target="notesMasters/notesMaster1.xml" Type="http://schemas.openxmlformats.org/officeDocument/2006/relationships/notesMaster"/><Relationship Id="rId23" Target="slides/slide17.xml" Type="http://schemas.openxmlformats.org/officeDocument/2006/relationships/slide"/><Relationship Id="rId29" Target="slides/slide23.xml" Type="http://schemas.openxmlformats.org/officeDocument/2006/relationships/slide"/><Relationship Id="rId22" Target="slides/slide16.xml" Type="http://schemas.openxmlformats.org/officeDocument/2006/relationships/slide"/><Relationship Id="rId28" Target="slides/slide22.xml" Type="http://schemas.openxmlformats.org/officeDocument/2006/relationships/slide"/></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dt="2025-11-07T16:41:52.032" idx="1">
    <p:pos x="6000" y="0"/>
    <p:text>huh</p:text>
    <p:extLst>
      <p:ext uri="{C676402C-5697-4E1C-873F-D02D1690AC5C}">
        <p15:threadingInfo timeZoneBias="0"/>
      </p:ext>
      <p:ext uri="http://customooxmlschemas.google.com/">
        <go:slidesCustomData xmlns:go="http://customooxmlschemas.google.com/" commentPostId="AAABvTa_4CM"/>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dt="2025-11-07T17:00:41.815" idx="2">
    <p:pos x="6000" y="0"/>
    <p:text>Dont deleate</p:text>
    <p:extLst>
      <p:ext uri="{C676402C-5697-4E1C-873F-D02D1690AC5C}">
        <p15:threadingInfo timeZoneBias="0"/>
      </p:ext>
      <p:ext uri="http://customooxmlschemas.google.com/">
        <go:slidesCustomData xmlns:go="http://customooxmlschemas.google.com/" commentPostId="AAABvTa_4Cc"/>
      </p:ext>
    </p:extLst>
  </p:cm>
</p:cmLst>
</file>

<file path=ppt/notesMasters/_rels/notesMaster1.xml.rels><?xml version="1.0" encoding="UTF-8" standalone="yes"?><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4" name="Google Shape;4;n"/>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lvl1pPr algn="l" indent="-298450" lvl="0" marL="4572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1pPr>
            <a:lvl2pPr algn="l" indent="-298450" lvl="1" marL="9144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2pPr>
            <a:lvl3pPr algn="l" indent="-298450" lvl="2" marL="13716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3pPr>
            <a:lvl4pPr algn="l" indent="-298450" lvl="3" marL="18288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4pPr>
            <a:lvl5pPr algn="l" indent="-298450" lvl="4" marL="22860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5pPr>
            <a:lvl6pPr algn="l" indent="-298450" lvl="5" marL="27432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6pPr>
            <a:lvl7pPr algn="l" indent="-298450" lvl="6" marL="32004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7pPr>
            <a:lvl8pPr algn="l" indent="-298450" lvl="7" marL="36576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8pPr>
            <a:lvl9pPr algn="l" indent="-298450" lvl="8" marL="4114800" marR="0" rtl="0">
              <a:lnSpc>
                <a:spcPct val="100000"/>
              </a:lnSpc>
              <a:spcBef>
                <a:spcPts val="0"/>
              </a:spcBef>
              <a:spcAft>
                <a:spcPts val="0"/>
              </a:spcAft>
              <a:buClr>
                <a:srgbClr val="000000"/>
              </a:buClr>
              <a:buSzPts val="1100"/>
              <a:buFont typeface="Arial"/>
              <a:buChar char="■"/>
              <a:defRPr b="0" cap="none" i="0" strike="noStrike" sz="1100" u="non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folHlink="folHlink" hlink="hlink" tx1="dk1" tx2="lt2"/>
  <p:notes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5.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6.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8.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9.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0.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5.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6.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8.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19.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0.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5.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6.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8.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29.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0.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1.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2.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3.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4.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5.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6.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7.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_rels/notesSlide38.xml.rels><?xml version="1.0" encoding="UTF-8" standalone="yes"?><Relationships xmlns="http://schemas.openxmlformats.org/package/2006/relationships"><Relationship Id="rId1" Target="../notesMasters/notesMaster1.xml" Type="http://schemas.openxmlformats.org/officeDocument/2006/relationships/notesMaster"/></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32" name="Google Shape;132;p1: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38" name="Google Shape;138;p2: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45" name="Google Shape;145;p3: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51" name="Google Shape;151;p4: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57" name="Google Shape;157;p5: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64" name="Google Shape;164;p6: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70" name="Google Shape;170;p7: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76" name="Google Shape;176;p8: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82" name="Google Shape;182;p9: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88" name="Google Shape;188;p10: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194" name="Google Shape;194;p24: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01" name="Google Shape;201;p25: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08" name="Google Shape;208;p26: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14" name="Google Shape;214;p27: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20" name="Google Shape;220;p11: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26" name="Google Shape;226;p12: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32" name="Google Shape;232;p13: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38" name="Google Shape;238;p14: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44" name="Google Shape;244;p15: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6fc853233d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6fc853233d_1_1:notes"/>
          <p:cNvSpPr txBox="1"/>
          <p:nvPr>
            <p:ph idx="1" type="body"/>
          </p:nvPr>
        </p:nvSpPr>
        <p:spPr>
          <a:xfrm>
            <a:off x="685800" y="4343400"/>
            <a:ext cx="5486400" cy="4114800"/>
          </a:xfrm>
          <a:prstGeom prst="rect">
            <a:avLst/>
          </a:prstGeom>
        </p:spPr>
        <p:txBody>
          <a:bodyPr anchor="t" anchorCtr="0" bIns="91425" lIns="91425" numCol="1" rIns="91425" spcFirstLastPara="1" tIns="91425" wrap="square">
            <a:noAutofit/>
          </a:bodyPr>
          <a:lstStyle/>
          <a:p>
            <a:pPr algn="l" indent="0" lvl="0" marL="0" rtl="0">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56" name="Google Shape;256;p16: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63" name="Google Shape;263;p17: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70" name="Google Shape;270;p18: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77" name="Google Shape;277;p19: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86" name="Google Shape;286;p20: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293" name="Google Shape;293;p21: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00" name="Google Shape;300;p22: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06" name="Google Shape;306;p23: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12" name="Google Shape;312;p28: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19" name="Google Shape;319;p29: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26" name="Google Shape;326;p31: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33" name="Google Shape;333;p33: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42" name="Google Shape;342;p34: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457200" lvl="0" marL="0" rtl="0">
              <a:lnSpc>
                <a:spcPct val="115000"/>
              </a:lnSpc>
              <a:spcBef>
                <a:spcPts val="0"/>
              </a:spcBef>
              <a:spcAft>
                <a:spcPts val="1200"/>
              </a:spcAft>
              <a:buClr>
                <a:schemeClr val="dk1"/>
              </a:buClr>
              <a:buSzPts val="1100"/>
              <a:buFont typeface="Arial"/>
              <a:buNone/>
            </a:pPr>
            <a:r>
              <a:rPr altLang="en" lang="en" sz="1400">
                <a:solidFill>
                  <a:srgbClr val="595959"/>
                </a:solidFill>
              </a:rPr>
              <a:t>A Bit is a 1 or a 0– this is also called Binary code– a bit is the lowest instruction set possible, each bit controls the electrical current, 0 for low and 1 for high.</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48" name="Google Shape;348;p35: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53" name="Google Shape;353;p36: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59" name="Google Shape;359;p37: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65" name="Google Shape;365;p38: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type="none" w="sm"/>
            <a:tailEnd len="sm" type="none" w="sm"/>
          </a:ln>
        </p:spPr>
      </p:sp>
      <p:sp>
        <p:nvSpPr>
          <p:cNvPr id="371" name="Google Shape;371;p39:notes"/>
          <p:cNvSpPr txBox="1"/>
          <p:nvPr>
            <p:ph idx="1" type="body"/>
          </p:nvPr>
        </p:nvSpPr>
        <p:spPr>
          <a:xfrm>
            <a:off x="685800" y="4343400"/>
            <a:ext cx="5486400" cy="41148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<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2"/>
          <p:cNvSpPr/>
          <p:nvPr/>
        </p:nvSpPr>
        <p:spPr>
          <a:xfrm rot="5400000">
            <a:off x="7500300" y="505"/>
            <a:ext cx="1643700" cy="1643700"/>
          </a:xfrm>
          <a:prstGeom prst="diagStripe">
            <a:avLst>
              <a:gd fmla="val 0" name="adj"/>
            </a:avLst>
          </a:prstGeom>
          <a:solidFill>
            <a:schemeClr val="lt1">
              <a:alpha val="2745"/>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nvGrpSpPr>
          <p:cNvPr id="11" name="Google Shape;11;p42"/>
          <p:cNvGrpSpPr/>
          <p:nvPr/>
        </p:nvGrpSpPr>
        <p:grpSpPr>
          <a:xfrm>
            <a:off x="0" y="490"/>
            <a:ext cx="5153705" cy="5134399"/>
            <a:chOff x="0" y="75"/>
            <a:chExt cx="5153705" cy="5152950"/>
          </a:xfrm>
        </p:grpSpPr>
        <p:sp>
          <p:nvSpPr>
            <p:cNvPr id="12" name="Google Shape;12;p42"/>
            <p:cNvSpPr/>
            <p:nvPr/>
          </p:nvSpPr>
          <p:spPr>
            <a:xfrm rot="-5400000">
              <a:off x="455" y="-225"/>
              <a:ext cx="5152800" cy="5153700"/>
            </a:xfrm>
            <a:prstGeom prst="diagStripe">
              <a:avLst>
                <a:gd fmla="val 50000" name="adj"/>
              </a:avLst>
            </a:prstGeom>
            <a:solidFill>
              <a:schemeClr val="lt1">
                <a:alpha val="2745"/>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3" name="Google Shape;13;p42"/>
            <p:cNvSpPr/>
            <p:nvPr/>
          </p:nvSpPr>
          <p:spPr>
            <a:xfrm rot="-5400000">
              <a:off x="150" y="1145825"/>
              <a:ext cx="3996600" cy="3996900"/>
            </a:xfrm>
            <a:prstGeom prst="diagStripe">
              <a:avLst>
                <a:gd fmla="val 58774" name="adj"/>
              </a:avLst>
            </a:prstGeom>
            <a:solidFill>
              <a:schemeClr val="lt1">
                <a:alpha val="2745"/>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4" name="Google Shape;14;p42"/>
            <p:cNvSpPr/>
            <p:nvPr/>
          </p:nvSpPr>
          <p:spPr>
            <a:xfrm rot="-5400000">
              <a:off x="1646" y="-75"/>
              <a:ext cx="2299800" cy="23001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5" name="Google Shape;15;p42"/>
            <p:cNvSpPr/>
            <p:nvPr/>
          </p:nvSpPr>
          <p:spPr>
            <a:xfrm flipH="1">
              <a:off x="652821" y="590035"/>
              <a:ext cx="2300100" cy="2299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16" name="Google Shape;16;p42"/>
          <p:cNvSpPr txBox="1"/>
          <p:nvPr>
            <p:ph type="ctrTitle"/>
          </p:nvPr>
        </p:nvSpPr>
        <p:spPr>
          <a:xfrm>
            <a:off x="3537150" y="1578400"/>
            <a:ext cx="5017500" cy="15789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4000"/>
              <a:buNone/>
              <a:defRPr sz="4000"/>
            </a:lvl1pPr>
            <a:lvl2pPr algn="l" lvl="1">
              <a:lnSpc>
                <a:spcPct val="100000"/>
              </a:lnSpc>
              <a:spcBef>
                <a:spcPts val="0"/>
              </a:spcBef>
              <a:spcAft>
                <a:spcPts val="0"/>
              </a:spcAft>
              <a:buSzPts val="4000"/>
              <a:buNone/>
              <a:defRPr sz="4000"/>
            </a:lvl2pPr>
            <a:lvl3pPr algn="l" lvl="2">
              <a:lnSpc>
                <a:spcPct val="100000"/>
              </a:lnSpc>
              <a:spcBef>
                <a:spcPts val="0"/>
              </a:spcBef>
              <a:spcAft>
                <a:spcPts val="0"/>
              </a:spcAft>
              <a:buSzPts val="4000"/>
              <a:buNone/>
              <a:defRPr sz="4000"/>
            </a:lvl3pPr>
            <a:lvl4pPr algn="l" lvl="3">
              <a:lnSpc>
                <a:spcPct val="100000"/>
              </a:lnSpc>
              <a:spcBef>
                <a:spcPts val="0"/>
              </a:spcBef>
              <a:spcAft>
                <a:spcPts val="0"/>
              </a:spcAft>
              <a:buSzPts val="4000"/>
              <a:buNone/>
              <a:defRPr sz="4000"/>
            </a:lvl4pPr>
            <a:lvl5pPr algn="l" lvl="4">
              <a:lnSpc>
                <a:spcPct val="100000"/>
              </a:lnSpc>
              <a:spcBef>
                <a:spcPts val="0"/>
              </a:spcBef>
              <a:spcAft>
                <a:spcPts val="0"/>
              </a:spcAft>
              <a:buSzPts val="4000"/>
              <a:buNone/>
              <a:defRPr sz="4000"/>
            </a:lvl5pPr>
            <a:lvl6pPr algn="l" lvl="5">
              <a:lnSpc>
                <a:spcPct val="100000"/>
              </a:lnSpc>
              <a:spcBef>
                <a:spcPts val="0"/>
              </a:spcBef>
              <a:spcAft>
                <a:spcPts val="0"/>
              </a:spcAft>
              <a:buSzPts val="4000"/>
              <a:buNone/>
              <a:defRPr sz="4000"/>
            </a:lvl6pPr>
            <a:lvl7pPr algn="l" lvl="6">
              <a:lnSpc>
                <a:spcPct val="100000"/>
              </a:lnSpc>
              <a:spcBef>
                <a:spcPts val="0"/>
              </a:spcBef>
              <a:spcAft>
                <a:spcPts val="0"/>
              </a:spcAft>
              <a:buSzPts val="4000"/>
              <a:buNone/>
              <a:defRPr sz="4000"/>
            </a:lvl7pPr>
            <a:lvl8pPr algn="l" lvl="7">
              <a:lnSpc>
                <a:spcPct val="100000"/>
              </a:lnSpc>
              <a:spcBef>
                <a:spcPts val="0"/>
              </a:spcBef>
              <a:spcAft>
                <a:spcPts val="0"/>
              </a:spcAft>
              <a:buSzPts val="4000"/>
              <a:buNone/>
              <a:defRPr sz="4000"/>
            </a:lvl8pPr>
            <a:lvl9pPr algn="l" lvl="8">
              <a:lnSpc>
                <a:spcPct val="100000"/>
              </a:lnSpc>
              <a:spcBef>
                <a:spcPts val="0"/>
              </a:spcBef>
              <a:spcAft>
                <a:spcPts val="0"/>
              </a:spcAft>
              <a:buSzPts val="4000"/>
              <a:buNone/>
              <a:defRPr sz="4000"/>
            </a:lvl9pPr>
          </a:lstStyle>
          <a:p/>
        </p:txBody>
      </p:sp>
      <p:sp>
        <p:nvSpPr>
          <p:cNvPr id="17" name="Google Shape;17;p42"/>
          <p:cNvSpPr txBox="1"/>
          <p:nvPr>
            <p:ph idx="1" type="subTitle"/>
          </p:nvPr>
        </p:nvSpPr>
        <p:spPr>
          <a:xfrm>
            <a:off x="5083950" y="3924925"/>
            <a:ext cx="3470700" cy="506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1300"/>
              <a:buNone/>
              <a:defRPr/>
            </a:lvl1pPr>
            <a:lvl2pPr algn="l" lvl="1">
              <a:lnSpc>
                <a:spcPct val="100000"/>
              </a:lnSpc>
              <a:spcBef>
                <a:spcPts val="0"/>
              </a:spcBef>
              <a:spcAft>
                <a:spcPts val="0"/>
              </a:spcAft>
              <a:buSzPts val="1300"/>
              <a:buNone/>
              <a:defRPr sz="1300"/>
            </a:lvl2pPr>
            <a:lvl3pPr algn="l" lvl="2">
              <a:lnSpc>
                <a:spcPct val="100000"/>
              </a:lnSpc>
              <a:spcBef>
                <a:spcPts val="0"/>
              </a:spcBef>
              <a:spcAft>
                <a:spcPts val="0"/>
              </a:spcAft>
              <a:buSzPts val="1300"/>
              <a:buNone/>
              <a:defRPr sz="1300"/>
            </a:lvl3pPr>
            <a:lvl4pPr algn="l" lvl="3">
              <a:lnSpc>
                <a:spcPct val="100000"/>
              </a:lnSpc>
              <a:spcBef>
                <a:spcPts val="0"/>
              </a:spcBef>
              <a:spcAft>
                <a:spcPts val="0"/>
              </a:spcAft>
              <a:buSzPts val="1300"/>
              <a:buNone/>
              <a:defRPr sz="1300"/>
            </a:lvl4pPr>
            <a:lvl5pPr algn="l" lvl="4">
              <a:lnSpc>
                <a:spcPct val="100000"/>
              </a:lnSpc>
              <a:spcBef>
                <a:spcPts val="0"/>
              </a:spcBef>
              <a:spcAft>
                <a:spcPts val="0"/>
              </a:spcAft>
              <a:buSzPts val="1300"/>
              <a:buNone/>
              <a:defRPr sz="1300"/>
            </a:lvl5pPr>
            <a:lvl6pPr algn="l" lvl="5">
              <a:lnSpc>
                <a:spcPct val="100000"/>
              </a:lnSpc>
              <a:spcBef>
                <a:spcPts val="0"/>
              </a:spcBef>
              <a:spcAft>
                <a:spcPts val="0"/>
              </a:spcAft>
              <a:buSzPts val="1300"/>
              <a:buNone/>
              <a:defRPr sz="1300"/>
            </a:lvl6pPr>
            <a:lvl7pPr algn="l" lvl="6">
              <a:lnSpc>
                <a:spcPct val="100000"/>
              </a:lnSpc>
              <a:spcBef>
                <a:spcPts val="0"/>
              </a:spcBef>
              <a:spcAft>
                <a:spcPts val="0"/>
              </a:spcAft>
              <a:buSzPts val="1300"/>
              <a:buNone/>
              <a:defRPr sz="1300"/>
            </a:lvl7pPr>
            <a:lvl8pPr algn="l" lvl="7">
              <a:lnSpc>
                <a:spcPct val="100000"/>
              </a:lnSpc>
              <a:spcBef>
                <a:spcPts val="0"/>
              </a:spcBef>
              <a:spcAft>
                <a:spcPts val="0"/>
              </a:spcAft>
              <a:buSzPts val="1300"/>
              <a:buNone/>
              <a:defRPr sz="1300"/>
            </a:lvl8pPr>
            <a:lvl9pPr algn="l" lvl="8">
              <a:lnSpc>
                <a:spcPct val="100000"/>
              </a:lnSpc>
              <a:spcBef>
                <a:spcPts val="0"/>
              </a:spcBef>
              <a:spcAft>
                <a:spcPts val="0"/>
              </a:spcAft>
              <a:buSzPts val="1300"/>
              <a:buNone/>
              <a:defRPr sz="1300"/>
            </a:lvl9pPr>
          </a:lstStyle>
          <a:p/>
        </p:txBody>
      </p:sp>
      <p:sp>
        <p:nvSpPr>
          <p:cNvPr id="18" name="Google Shape;18;p42"/>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grpSp>
        <p:nvGrpSpPr>
          <p:cNvPr id="20" name="Google Shape;20;p43"/>
          <p:cNvGrpSpPr/>
          <p:nvPr/>
        </p:nvGrpSpPr>
        <p:grpSpPr>
          <a:xfrm>
            <a:off x="0" y="381001"/>
            <a:ext cx="1037850" cy="1016288"/>
            <a:chOff x="0" y="381001"/>
            <a:chExt cx="1037850" cy="1016288"/>
          </a:xfrm>
        </p:grpSpPr>
        <p:sp>
          <p:nvSpPr>
            <p:cNvPr id="21" name="Google Shape;21;p43"/>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22" name="Google Shape;22;p43"/>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23" name="Google Shape;23;p43"/>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24" name="Google Shape;24;p43"/>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25" name="Google Shape;25;p43"/>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grpSp>
        <p:nvGrpSpPr>
          <p:cNvPr id="27" name="Google Shape;27;p44"/>
          <p:cNvGrpSpPr/>
          <p:nvPr/>
        </p:nvGrpSpPr>
        <p:grpSpPr>
          <a:xfrm>
            <a:off x="4406400" y="0"/>
            <a:ext cx="4737600" cy="5143065"/>
            <a:chOff x="4406400" y="0"/>
            <a:chExt cx="4737600" cy="5143065"/>
          </a:xfrm>
        </p:grpSpPr>
        <p:sp>
          <p:nvSpPr>
            <p:cNvPr id="28" name="Google Shape;28;p44"/>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29" name="Google Shape;29;p44"/>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0" name="Google Shape;30;p44"/>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1" name="Google Shape;31;p44"/>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2" name="Google Shape;32;p44"/>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3" name="Google Shape;33;p44"/>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4" name="Google Shape;34;p44"/>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5" name="Google Shape;35;p44"/>
            <p:cNvSpPr/>
            <p:nvPr/>
          </p:nvSpPr>
          <p:spPr>
            <a:xfrm flipH="1">
              <a:off x="6908099" y="2069505"/>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6" name="Google Shape;36;p44"/>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7" name="Google Shape;37;p44"/>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8" name="Google Shape;38;p44"/>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39" name="Google Shape;39;p44"/>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0" name="Google Shape;40;p44"/>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1" name="Google Shape;41;p44"/>
            <p:cNvSpPr/>
            <p:nvPr/>
          </p:nvSpPr>
          <p:spPr>
            <a:xfrm rot="-5400000">
              <a:off x="7227414" y="3710807"/>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2" name="Google Shape;42;p44"/>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3" name="Google Shape;43;p44"/>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4" name="Google Shape;44;p44"/>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45" name="Google Shape;45;p44"/>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46" name="Google Shape;46;p44"/>
          <p:cNvSpPr txBox="1"/>
          <p:nvPr>
            <p:ph type="title"/>
          </p:nvPr>
        </p:nvSpPr>
        <p:spPr>
          <a:xfrm>
            <a:off x="823850" y="2053000"/>
            <a:ext cx="4587000" cy="1148700"/>
          </a:xfrm>
          <a:prstGeom prst="rect">
            <a:avLst/>
          </a:prstGeom>
          <a:noFill/>
          <a:ln>
            <a:noFill/>
          </a:ln>
        </p:spPr>
        <p:txBody>
          <a:bodyPr anchor="ctr" anchorCtr="0" bIns="91425" lIns="91425" numCol="1" rIns="91425" spcFirstLastPara="1" tIns="91425" wrap="square">
            <a:normAutofit/>
          </a:bodyPr>
          <a:lstStyle>
            <a:lvl1pPr algn="l" lvl="0">
              <a:lnSpc>
                <a:spcPct val="100000"/>
              </a:lnSpc>
              <a:spcBef>
                <a:spcPts val="0"/>
              </a:spcBef>
              <a:spcAft>
                <a:spcPts val="0"/>
              </a:spcAft>
              <a:buSzPts val="2800"/>
              <a:buNone/>
              <a:defRPr/>
            </a:lvl1pPr>
            <a:lvl2pPr algn="l" lvl="1">
              <a:lnSpc>
                <a:spcPct val="100000"/>
              </a:lnSpc>
              <a:spcBef>
                <a:spcPts val="0"/>
              </a:spcBef>
              <a:spcAft>
                <a:spcPts val="0"/>
              </a:spcAft>
              <a:buSzPts val="2800"/>
              <a:buNone/>
              <a:defRPr/>
            </a:lvl2pPr>
            <a:lvl3pPr algn="l" lvl="2">
              <a:lnSpc>
                <a:spcPct val="100000"/>
              </a:lnSpc>
              <a:spcBef>
                <a:spcPts val="0"/>
              </a:spcBef>
              <a:spcAft>
                <a:spcPts val="0"/>
              </a:spcAft>
              <a:buSzPts val="2800"/>
              <a:buNone/>
              <a:defRPr/>
            </a:lvl3pPr>
            <a:lvl4pPr algn="l" lvl="3">
              <a:lnSpc>
                <a:spcPct val="100000"/>
              </a:lnSpc>
              <a:spcBef>
                <a:spcPts val="0"/>
              </a:spcBef>
              <a:spcAft>
                <a:spcPts val="0"/>
              </a:spcAft>
              <a:buSzPts val="2800"/>
              <a:buNone/>
              <a:defRPr/>
            </a:lvl4pPr>
            <a:lvl5pPr algn="l" lvl="4">
              <a:lnSpc>
                <a:spcPct val="100000"/>
              </a:lnSpc>
              <a:spcBef>
                <a:spcPts val="0"/>
              </a:spcBef>
              <a:spcAft>
                <a:spcPts val="0"/>
              </a:spcAft>
              <a:buSzPts val="2800"/>
              <a:buNone/>
              <a:defRPr/>
            </a:lvl5pPr>
            <a:lvl6pPr algn="l" lvl="5">
              <a:lnSpc>
                <a:spcPct val="100000"/>
              </a:lnSpc>
              <a:spcBef>
                <a:spcPts val="0"/>
              </a:spcBef>
              <a:spcAft>
                <a:spcPts val="0"/>
              </a:spcAft>
              <a:buSzPts val="2800"/>
              <a:buNone/>
              <a:defRPr/>
            </a:lvl6pPr>
            <a:lvl7pPr algn="l" lvl="6">
              <a:lnSpc>
                <a:spcPct val="100000"/>
              </a:lnSpc>
              <a:spcBef>
                <a:spcPts val="0"/>
              </a:spcBef>
              <a:spcAft>
                <a:spcPts val="0"/>
              </a:spcAft>
              <a:buSzPts val="2800"/>
              <a:buNone/>
              <a:defRPr/>
            </a:lvl7pPr>
            <a:lvl8pPr algn="l" lvl="7">
              <a:lnSpc>
                <a:spcPct val="100000"/>
              </a:lnSpc>
              <a:spcBef>
                <a:spcPts val="0"/>
              </a:spcBef>
              <a:spcAft>
                <a:spcPts val="0"/>
              </a:spcAft>
              <a:buSzPts val="2800"/>
              <a:buNone/>
              <a:defRPr/>
            </a:lvl8pPr>
            <a:lvl9pPr algn="l" lvl="8">
              <a:lnSpc>
                <a:spcPct val="100000"/>
              </a:lnSpc>
              <a:spcBef>
                <a:spcPts val="0"/>
              </a:spcBef>
              <a:spcAft>
                <a:spcPts val="0"/>
              </a:spcAft>
              <a:buSzPts val="2800"/>
              <a:buNone/>
              <a:defRPr/>
            </a:lvl9pPr>
          </a:lstStyle>
          <a:p/>
        </p:txBody>
      </p:sp>
      <p:sp>
        <p:nvSpPr>
          <p:cNvPr id="47" name="Google Shape;47;p44"/>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45"/>
          <p:cNvGrpSpPr/>
          <p:nvPr/>
        </p:nvGrpSpPr>
        <p:grpSpPr>
          <a:xfrm>
            <a:off x="0" y="381001"/>
            <a:ext cx="1037850" cy="1016288"/>
            <a:chOff x="0" y="381001"/>
            <a:chExt cx="1037850" cy="1016288"/>
          </a:xfrm>
        </p:grpSpPr>
        <p:sp>
          <p:nvSpPr>
            <p:cNvPr id="50" name="Google Shape;50;p45"/>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51" name="Google Shape;51;p45"/>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52" name="Google Shape;52;p45"/>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53" name="Google Shape;53;p45"/>
          <p:cNvSpPr txBox="1"/>
          <p:nvPr>
            <p:ph idx="1" type="body"/>
          </p:nvPr>
        </p:nvSpPr>
        <p:spPr>
          <a:xfrm>
            <a:off x="1297500" y="1567550"/>
            <a:ext cx="3403200" cy="29112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54" name="Google Shape;54;p45"/>
          <p:cNvSpPr txBox="1"/>
          <p:nvPr>
            <p:ph idx="2" type="body"/>
          </p:nvPr>
        </p:nvSpPr>
        <p:spPr>
          <a:xfrm>
            <a:off x="4933221" y="1567550"/>
            <a:ext cx="3403200" cy="29112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55" name="Google Shape;55;p45"/>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46"/>
          <p:cNvGrpSpPr/>
          <p:nvPr/>
        </p:nvGrpSpPr>
        <p:grpSpPr>
          <a:xfrm>
            <a:off x="0" y="381001"/>
            <a:ext cx="1037850" cy="1016288"/>
            <a:chOff x="0" y="381001"/>
            <a:chExt cx="1037850" cy="1016288"/>
          </a:xfrm>
        </p:grpSpPr>
        <p:sp>
          <p:nvSpPr>
            <p:cNvPr id="58" name="Google Shape;58;p46"/>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59" name="Google Shape;59;p46"/>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60" name="Google Shape;60;p46"/>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61" name="Google Shape;61;p46"/>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47"/>
          <p:cNvGrpSpPr/>
          <p:nvPr/>
        </p:nvGrpSpPr>
        <p:grpSpPr>
          <a:xfrm>
            <a:off x="0" y="381001"/>
            <a:ext cx="1037850" cy="1016288"/>
            <a:chOff x="0" y="381001"/>
            <a:chExt cx="1037850" cy="1016288"/>
          </a:xfrm>
        </p:grpSpPr>
        <p:sp>
          <p:nvSpPr>
            <p:cNvPr id="64" name="Google Shape;64;p47"/>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65" name="Google Shape;65;p47"/>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66" name="Google Shape;66;p47"/>
          <p:cNvSpPr txBox="1"/>
          <p:nvPr>
            <p:ph type="title"/>
          </p:nvPr>
        </p:nvSpPr>
        <p:spPr>
          <a:xfrm>
            <a:off x="1297500" y="393750"/>
            <a:ext cx="3798900" cy="1493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67" name="Google Shape;67;p47"/>
          <p:cNvSpPr txBox="1"/>
          <p:nvPr>
            <p:ph idx="1" type="body"/>
          </p:nvPr>
        </p:nvSpPr>
        <p:spPr>
          <a:xfrm>
            <a:off x="1297500" y="1972550"/>
            <a:ext cx="3798900" cy="24159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68" name="Google Shape;68;p47"/>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48"/>
          <p:cNvGrpSpPr/>
          <p:nvPr/>
        </p:nvGrpSpPr>
        <p:grpSpPr>
          <a:xfrm>
            <a:off x="4406400" y="0"/>
            <a:ext cx="4737600" cy="5143500"/>
            <a:chOff x="4406400" y="0"/>
            <a:chExt cx="4737600" cy="5143500"/>
          </a:xfrm>
        </p:grpSpPr>
        <p:sp>
          <p:nvSpPr>
            <p:cNvPr id="71" name="Google Shape;71;p48"/>
            <p:cNvSpPr/>
            <p:nvPr/>
          </p:nvSpPr>
          <p:spPr>
            <a:xfrm rot="5400000">
              <a:off x="4407900" y="-1500"/>
              <a:ext cx="4734600" cy="4737600"/>
            </a:xfrm>
            <a:prstGeom prst="diagStripe">
              <a:avLst>
                <a:gd fmla="val 49469"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2" name="Google Shape;72;p48"/>
            <p:cNvSpPr/>
            <p:nvPr/>
          </p:nvSpPr>
          <p:spPr>
            <a:xfrm rot="5400000">
              <a:off x="4840825" y="6000"/>
              <a:ext cx="4298700" cy="4286700"/>
            </a:xfrm>
            <a:prstGeom prst="diagStripe">
              <a:avLst>
                <a:gd fmla="val 0"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3" name="Google Shape;73;p48"/>
            <p:cNvSpPr/>
            <p:nvPr/>
          </p:nvSpPr>
          <p:spPr>
            <a:xfrm rot="-5400000">
              <a:off x="5618399" y="1236641"/>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4" name="Google Shape;74;p48"/>
            <p:cNvSpPr/>
            <p:nvPr/>
          </p:nvSpPr>
          <p:spPr>
            <a:xfrm flipH="1">
              <a:off x="5849857" y="144407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5" name="Google Shape;75;p48"/>
            <p:cNvSpPr/>
            <p:nvPr/>
          </p:nvSpPr>
          <p:spPr>
            <a:xfrm rot="-5400000">
              <a:off x="5987081" y="246974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6" name="Google Shape;76;p48"/>
            <p:cNvSpPr/>
            <p:nvPr/>
          </p:nvSpPr>
          <p:spPr>
            <a:xfrm flipH="1">
              <a:off x="6222115" y="2677179"/>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7" name="Google Shape;77;p48"/>
            <p:cNvSpPr/>
            <p:nvPr/>
          </p:nvSpPr>
          <p:spPr>
            <a:xfrm rot="-5400000">
              <a:off x="6675341" y="1862244"/>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8" name="Google Shape;78;p48"/>
            <p:cNvSpPr/>
            <p:nvPr/>
          </p:nvSpPr>
          <p:spPr>
            <a:xfrm flipH="1">
              <a:off x="6908099" y="2069680"/>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79" name="Google Shape;79;p48"/>
            <p:cNvSpPr/>
            <p:nvPr/>
          </p:nvSpPr>
          <p:spPr>
            <a:xfrm rot="-5400000">
              <a:off x="6861141" y="247808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0" name="Google Shape;80;p48"/>
            <p:cNvSpPr/>
            <p:nvPr/>
          </p:nvSpPr>
          <p:spPr>
            <a:xfrm flipH="1">
              <a:off x="7965266" y="2693191"/>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1" name="Google Shape;81;p48"/>
            <p:cNvSpPr/>
            <p:nvPr/>
          </p:nvSpPr>
          <p:spPr>
            <a:xfrm flipH="1">
              <a:off x="8145082" y="330903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2" name="Google Shape;82;p48"/>
            <p:cNvSpPr/>
            <p:nvPr/>
          </p:nvSpPr>
          <p:spPr>
            <a:xfrm rot="-5400000">
              <a:off x="7047599" y="309534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3" name="Google Shape;83;p48"/>
            <p:cNvSpPr/>
            <p:nvPr/>
          </p:nvSpPr>
          <p:spPr>
            <a:xfrm flipH="1">
              <a:off x="7276649" y="3302781"/>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4" name="Google Shape;84;p48"/>
            <p:cNvSpPr/>
            <p:nvPr/>
          </p:nvSpPr>
          <p:spPr>
            <a:xfrm rot="-5400000">
              <a:off x="7227414" y="3711189"/>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5" name="Google Shape;85;p48"/>
            <p:cNvSpPr/>
            <p:nvPr/>
          </p:nvSpPr>
          <p:spPr>
            <a:xfrm flipH="1">
              <a:off x="7462448" y="391862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6" name="Google Shape;86;p48"/>
            <p:cNvSpPr/>
            <p:nvPr/>
          </p:nvSpPr>
          <p:spPr>
            <a:xfrm rot="-5400000">
              <a:off x="8102491" y="371885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7" name="Google Shape;87;p48"/>
            <p:cNvSpPr/>
            <p:nvPr/>
          </p:nvSpPr>
          <p:spPr>
            <a:xfrm flipH="1">
              <a:off x="8334533" y="3926292"/>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88" name="Google Shape;88;p48"/>
            <p:cNvSpPr/>
            <p:nvPr/>
          </p:nvSpPr>
          <p:spPr>
            <a:xfrm rot="-5400000">
              <a:off x="8288290" y="433470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89" name="Google Shape;89;p48"/>
          <p:cNvSpPr txBox="1"/>
          <p:nvPr>
            <p:ph type="title"/>
          </p:nvPr>
        </p:nvSpPr>
        <p:spPr>
          <a:xfrm>
            <a:off x="823850" y="866775"/>
            <a:ext cx="4587000" cy="3521100"/>
          </a:xfrm>
          <a:prstGeom prst="rect">
            <a:avLst/>
          </a:prstGeom>
          <a:noFill/>
          <a:ln>
            <a:noFill/>
          </a:ln>
        </p:spPr>
        <p:txBody>
          <a:bodyPr anchor="ctr" anchorCtr="0" bIns="91425" lIns="91425" numCol="1" rIns="91425" spcFirstLastPara="1" tIns="91425" wrap="square">
            <a:normAutofit/>
          </a:bodyPr>
          <a:lstStyle>
            <a:lvl1pPr algn="l" lvl="0">
              <a:lnSpc>
                <a:spcPct val="100000"/>
              </a:lnSpc>
              <a:spcBef>
                <a:spcPts val="0"/>
              </a:spcBef>
              <a:spcAft>
                <a:spcPts val="0"/>
              </a:spcAft>
              <a:buSzPts val="2800"/>
              <a:buNone/>
              <a:defRPr/>
            </a:lvl1pPr>
            <a:lvl2pPr algn="l" lvl="1">
              <a:lnSpc>
                <a:spcPct val="100000"/>
              </a:lnSpc>
              <a:spcBef>
                <a:spcPts val="0"/>
              </a:spcBef>
              <a:spcAft>
                <a:spcPts val="0"/>
              </a:spcAft>
              <a:buSzPts val="2800"/>
              <a:buNone/>
              <a:defRPr/>
            </a:lvl2pPr>
            <a:lvl3pPr algn="l" lvl="2">
              <a:lnSpc>
                <a:spcPct val="100000"/>
              </a:lnSpc>
              <a:spcBef>
                <a:spcPts val="0"/>
              </a:spcBef>
              <a:spcAft>
                <a:spcPts val="0"/>
              </a:spcAft>
              <a:buSzPts val="2800"/>
              <a:buNone/>
              <a:defRPr/>
            </a:lvl3pPr>
            <a:lvl4pPr algn="l" lvl="3">
              <a:lnSpc>
                <a:spcPct val="100000"/>
              </a:lnSpc>
              <a:spcBef>
                <a:spcPts val="0"/>
              </a:spcBef>
              <a:spcAft>
                <a:spcPts val="0"/>
              </a:spcAft>
              <a:buSzPts val="2800"/>
              <a:buNone/>
              <a:defRPr/>
            </a:lvl4pPr>
            <a:lvl5pPr algn="l" lvl="4">
              <a:lnSpc>
                <a:spcPct val="100000"/>
              </a:lnSpc>
              <a:spcBef>
                <a:spcPts val="0"/>
              </a:spcBef>
              <a:spcAft>
                <a:spcPts val="0"/>
              </a:spcAft>
              <a:buSzPts val="2800"/>
              <a:buNone/>
              <a:defRPr/>
            </a:lvl5pPr>
            <a:lvl6pPr algn="l" lvl="5">
              <a:lnSpc>
                <a:spcPct val="100000"/>
              </a:lnSpc>
              <a:spcBef>
                <a:spcPts val="0"/>
              </a:spcBef>
              <a:spcAft>
                <a:spcPts val="0"/>
              </a:spcAft>
              <a:buSzPts val="2800"/>
              <a:buNone/>
              <a:defRPr/>
            </a:lvl6pPr>
            <a:lvl7pPr algn="l" lvl="6">
              <a:lnSpc>
                <a:spcPct val="100000"/>
              </a:lnSpc>
              <a:spcBef>
                <a:spcPts val="0"/>
              </a:spcBef>
              <a:spcAft>
                <a:spcPts val="0"/>
              </a:spcAft>
              <a:buSzPts val="2800"/>
              <a:buNone/>
              <a:defRPr/>
            </a:lvl7pPr>
            <a:lvl8pPr algn="l" lvl="7">
              <a:lnSpc>
                <a:spcPct val="100000"/>
              </a:lnSpc>
              <a:spcBef>
                <a:spcPts val="0"/>
              </a:spcBef>
              <a:spcAft>
                <a:spcPts val="0"/>
              </a:spcAft>
              <a:buSzPts val="2800"/>
              <a:buNone/>
              <a:defRPr/>
            </a:lvl8pPr>
            <a:lvl9pPr algn="l" lvl="8">
              <a:lnSpc>
                <a:spcPct val="100000"/>
              </a:lnSpc>
              <a:spcBef>
                <a:spcPts val="0"/>
              </a:spcBef>
              <a:spcAft>
                <a:spcPts val="0"/>
              </a:spcAft>
              <a:buSzPts val="2800"/>
              <a:buNone/>
              <a:defRPr/>
            </a:lvl9pPr>
          </a:lstStyle>
          <a:p/>
        </p:txBody>
      </p:sp>
      <p:sp>
        <p:nvSpPr>
          <p:cNvPr id="90" name="Google Shape;90;p48"/>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49"/>
          <p:cNvGrpSpPr/>
          <p:nvPr/>
        </p:nvGrpSpPr>
        <p:grpSpPr>
          <a:xfrm>
            <a:off x="0" y="381001"/>
            <a:ext cx="1037850" cy="1016288"/>
            <a:chOff x="0" y="381001"/>
            <a:chExt cx="1037850" cy="1016288"/>
          </a:xfrm>
        </p:grpSpPr>
        <p:sp>
          <p:nvSpPr>
            <p:cNvPr id="93" name="Google Shape;93;p49"/>
            <p:cNvSpPr/>
            <p:nvPr/>
          </p:nvSpPr>
          <p:spPr>
            <a:xfrm rot="-5400000">
              <a:off x="0" y="381001"/>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94" name="Google Shape;94;p49"/>
            <p:cNvSpPr/>
            <p:nvPr/>
          </p:nvSpPr>
          <p:spPr>
            <a:xfrm flipH="1">
              <a:off x="229050" y="588489"/>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95" name="Google Shape;95;p49"/>
          <p:cNvSpPr txBox="1"/>
          <p:nvPr>
            <p:ph type="title"/>
          </p:nvPr>
        </p:nvSpPr>
        <p:spPr>
          <a:xfrm>
            <a:off x="1297500" y="1658325"/>
            <a:ext cx="3036300" cy="17517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2400"/>
              <a:buNone/>
              <a:defRPr sz="2400"/>
            </a:lvl1pPr>
            <a:lvl2pPr algn="l" lvl="1">
              <a:lnSpc>
                <a:spcPct val="100000"/>
              </a:lnSpc>
              <a:spcBef>
                <a:spcPts val="0"/>
              </a:spcBef>
              <a:spcAft>
                <a:spcPts val="0"/>
              </a:spcAft>
              <a:buSzPts val="2400"/>
              <a:buNone/>
              <a:defRPr sz="2400"/>
            </a:lvl2pPr>
            <a:lvl3pPr algn="l" lvl="2">
              <a:lnSpc>
                <a:spcPct val="100000"/>
              </a:lnSpc>
              <a:spcBef>
                <a:spcPts val="0"/>
              </a:spcBef>
              <a:spcAft>
                <a:spcPts val="0"/>
              </a:spcAft>
              <a:buSzPts val="2400"/>
              <a:buNone/>
              <a:defRPr sz="2400"/>
            </a:lvl3pPr>
            <a:lvl4pPr algn="l" lvl="3">
              <a:lnSpc>
                <a:spcPct val="100000"/>
              </a:lnSpc>
              <a:spcBef>
                <a:spcPts val="0"/>
              </a:spcBef>
              <a:spcAft>
                <a:spcPts val="0"/>
              </a:spcAft>
              <a:buSzPts val="2400"/>
              <a:buNone/>
              <a:defRPr sz="2400"/>
            </a:lvl4pPr>
            <a:lvl5pPr algn="l" lvl="4">
              <a:lnSpc>
                <a:spcPct val="100000"/>
              </a:lnSpc>
              <a:spcBef>
                <a:spcPts val="0"/>
              </a:spcBef>
              <a:spcAft>
                <a:spcPts val="0"/>
              </a:spcAft>
              <a:buSzPts val="2400"/>
              <a:buNone/>
              <a:defRPr sz="2400"/>
            </a:lvl5pPr>
            <a:lvl6pPr algn="l" lvl="5">
              <a:lnSpc>
                <a:spcPct val="100000"/>
              </a:lnSpc>
              <a:spcBef>
                <a:spcPts val="0"/>
              </a:spcBef>
              <a:spcAft>
                <a:spcPts val="0"/>
              </a:spcAft>
              <a:buSzPts val="2400"/>
              <a:buNone/>
              <a:defRPr sz="2400"/>
            </a:lvl6pPr>
            <a:lvl7pPr algn="l" lvl="6">
              <a:lnSpc>
                <a:spcPct val="100000"/>
              </a:lnSpc>
              <a:spcBef>
                <a:spcPts val="0"/>
              </a:spcBef>
              <a:spcAft>
                <a:spcPts val="0"/>
              </a:spcAft>
              <a:buSzPts val="2400"/>
              <a:buNone/>
              <a:defRPr sz="2400"/>
            </a:lvl7pPr>
            <a:lvl8pPr algn="l" lvl="7">
              <a:lnSpc>
                <a:spcPct val="100000"/>
              </a:lnSpc>
              <a:spcBef>
                <a:spcPts val="0"/>
              </a:spcBef>
              <a:spcAft>
                <a:spcPts val="0"/>
              </a:spcAft>
              <a:buSzPts val="2400"/>
              <a:buNone/>
              <a:defRPr sz="2400"/>
            </a:lvl8pPr>
            <a:lvl9pPr algn="l" lvl="8">
              <a:lnSpc>
                <a:spcPct val="100000"/>
              </a:lnSpc>
              <a:spcBef>
                <a:spcPts val="0"/>
              </a:spcBef>
              <a:spcAft>
                <a:spcPts val="0"/>
              </a:spcAft>
              <a:buSzPts val="2400"/>
              <a:buNone/>
              <a:defRPr sz="2400"/>
            </a:lvl9pPr>
          </a:lstStyle>
          <a:p/>
        </p:txBody>
      </p:sp>
      <p:sp>
        <p:nvSpPr>
          <p:cNvPr id="96" name="Google Shape;96;p49"/>
          <p:cNvSpPr txBox="1"/>
          <p:nvPr>
            <p:ph idx="1" type="subTitle"/>
          </p:nvPr>
        </p:nvSpPr>
        <p:spPr>
          <a:xfrm>
            <a:off x="1297500" y="3538000"/>
            <a:ext cx="3036300" cy="5061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1300"/>
              <a:buNone/>
              <a:defRPr/>
            </a:lvl1pPr>
            <a:lvl2pPr algn="l" lvl="1">
              <a:lnSpc>
                <a:spcPct val="100000"/>
              </a:lnSpc>
              <a:spcBef>
                <a:spcPts val="0"/>
              </a:spcBef>
              <a:spcAft>
                <a:spcPts val="0"/>
              </a:spcAft>
              <a:buSzPts val="1300"/>
              <a:buNone/>
              <a:defRPr sz="1300"/>
            </a:lvl2pPr>
            <a:lvl3pPr algn="l" lvl="2">
              <a:lnSpc>
                <a:spcPct val="100000"/>
              </a:lnSpc>
              <a:spcBef>
                <a:spcPts val="0"/>
              </a:spcBef>
              <a:spcAft>
                <a:spcPts val="0"/>
              </a:spcAft>
              <a:buSzPts val="1300"/>
              <a:buNone/>
              <a:defRPr sz="1300"/>
            </a:lvl3pPr>
            <a:lvl4pPr algn="l" lvl="3">
              <a:lnSpc>
                <a:spcPct val="100000"/>
              </a:lnSpc>
              <a:spcBef>
                <a:spcPts val="0"/>
              </a:spcBef>
              <a:spcAft>
                <a:spcPts val="0"/>
              </a:spcAft>
              <a:buSzPts val="1300"/>
              <a:buNone/>
              <a:defRPr sz="1300"/>
            </a:lvl4pPr>
            <a:lvl5pPr algn="l" lvl="4">
              <a:lnSpc>
                <a:spcPct val="100000"/>
              </a:lnSpc>
              <a:spcBef>
                <a:spcPts val="0"/>
              </a:spcBef>
              <a:spcAft>
                <a:spcPts val="0"/>
              </a:spcAft>
              <a:buSzPts val="1300"/>
              <a:buNone/>
              <a:defRPr sz="1300"/>
            </a:lvl5pPr>
            <a:lvl6pPr algn="l" lvl="5">
              <a:lnSpc>
                <a:spcPct val="100000"/>
              </a:lnSpc>
              <a:spcBef>
                <a:spcPts val="0"/>
              </a:spcBef>
              <a:spcAft>
                <a:spcPts val="0"/>
              </a:spcAft>
              <a:buSzPts val="1300"/>
              <a:buNone/>
              <a:defRPr sz="1300"/>
            </a:lvl6pPr>
            <a:lvl7pPr algn="l" lvl="6">
              <a:lnSpc>
                <a:spcPct val="100000"/>
              </a:lnSpc>
              <a:spcBef>
                <a:spcPts val="0"/>
              </a:spcBef>
              <a:spcAft>
                <a:spcPts val="0"/>
              </a:spcAft>
              <a:buSzPts val="1300"/>
              <a:buNone/>
              <a:defRPr sz="1300"/>
            </a:lvl7pPr>
            <a:lvl8pPr algn="l" lvl="7">
              <a:lnSpc>
                <a:spcPct val="100000"/>
              </a:lnSpc>
              <a:spcBef>
                <a:spcPts val="0"/>
              </a:spcBef>
              <a:spcAft>
                <a:spcPts val="0"/>
              </a:spcAft>
              <a:buSzPts val="1300"/>
              <a:buNone/>
              <a:defRPr sz="1300"/>
            </a:lvl8pPr>
            <a:lvl9pPr algn="l" lvl="8">
              <a:lnSpc>
                <a:spcPct val="100000"/>
              </a:lnSpc>
              <a:spcBef>
                <a:spcPts val="0"/>
              </a:spcBef>
              <a:spcAft>
                <a:spcPts val="0"/>
              </a:spcAft>
              <a:buSzPts val="1300"/>
              <a:buNone/>
              <a:defRPr sz="1300"/>
            </a:lvl9pPr>
          </a:lstStyle>
          <a:p/>
        </p:txBody>
      </p:sp>
      <p:sp>
        <p:nvSpPr>
          <p:cNvPr id="97" name="Google Shape;97;p49"/>
          <p:cNvSpPr txBox="1"/>
          <p:nvPr>
            <p:ph idx="2" type="body"/>
          </p:nvPr>
        </p:nvSpPr>
        <p:spPr>
          <a:xfrm>
            <a:off x="4648200" y="1696600"/>
            <a:ext cx="3676800" cy="23475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98" name="Google Shape;98;p49"/>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50"/>
          <p:cNvGrpSpPr/>
          <p:nvPr/>
        </p:nvGrpSpPr>
        <p:grpSpPr>
          <a:xfrm>
            <a:off x="0" y="4128572"/>
            <a:ext cx="698925" cy="684657"/>
            <a:chOff x="0" y="3785672"/>
            <a:chExt cx="698925" cy="684657"/>
          </a:xfrm>
        </p:grpSpPr>
        <p:sp>
          <p:nvSpPr>
            <p:cNvPr id="101" name="Google Shape;101;p50"/>
            <p:cNvSpPr/>
            <p:nvPr/>
          </p:nvSpPr>
          <p:spPr>
            <a:xfrm rot="-5400000">
              <a:off x="0" y="3785672"/>
              <a:ext cx="544800" cy="544800"/>
            </a:xfrm>
            <a:prstGeom prst="diagStripe">
              <a:avLst>
                <a:gd fmla="val 50000" name="adj"/>
              </a:avLst>
            </a:prstGeom>
            <a:solidFill>
              <a:schemeClr val="lt1">
                <a:alpha val="9411"/>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02" name="Google Shape;102;p50"/>
            <p:cNvSpPr/>
            <p:nvPr/>
          </p:nvSpPr>
          <p:spPr>
            <a:xfrm flipH="1">
              <a:off x="154125" y="3925529"/>
              <a:ext cx="544800" cy="544800"/>
            </a:xfrm>
            <a:prstGeom prst="diagStripe">
              <a:avLst>
                <a:gd fmla="val 50000" name="adj"/>
              </a:avLst>
            </a:prstGeom>
            <a:solidFill>
              <a:schemeClr val="lt1">
                <a:alpha val="9411"/>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103" name="Google Shape;103;p50"/>
          <p:cNvSpPr txBox="1"/>
          <p:nvPr>
            <p:ph idx="1" type="body"/>
          </p:nvPr>
        </p:nvSpPr>
        <p:spPr>
          <a:xfrm>
            <a:off x="812725" y="4305375"/>
            <a:ext cx="6936000" cy="523800"/>
          </a:xfrm>
          <a:prstGeom prst="rect">
            <a:avLst/>
          </a:prstGeom>
          <a:noFill/>
          <a:ln>
            <a:noFill/>
          </a:ln>
        </p:spPr>
        <p:txBody>
          <a:bodyPr anchor="ctr" anchorCtr="0" bIns="91425" lIns="91425" numCol="1" rIns="91425" spcFirstLastPara="1" tIns="91425" wrap="square">
            <a:normAutofit/>
          </a:bodyPr>
          <a:lstStyle>
            <a:lvl1pPr algn="l" indent="-228600" lvl="0" marL="457200">
              <a:lnSpc>
                <a:spcPct val="100000"/>
              </a:lnSpc>
              <a:spcBef>
                <a:spcPts val="0"/>
              </a:spcBef>
              <a:spcAft>
                <a:spcPts val="0"/>
              </a:spcAft>
              <a:buSzPts val="1300"/>
              <a:buNone/>
              <a:defRPr/>
            </a:lvl1pPr>
          </a:lstStyle>
          <a:p/>
        </p:txBody>
      </p:sp>
      <p:sp>
        <p:nvSpPr>
          <p:cNvPr id="104" name="Google Shape;104;p50"/>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51"/>
          <p:cNvGrpSpPr/>
          <p:nvPr/>
        </p:nvGrpSpPr>
        <p:grpSpPr>
          <a:xfrm>
            <a:off x="4406400" y="0"/>
            <a:ext cx="4737600" cy="5143065"/>
            <a:chOff x="4406400" y="0"/>
            <a:chExt cx="4737600" cy="5143065"/>
          </a:xfrm>
        </p:grpSpPr>
        <p:sp>
          <p:nvSpPr>
            <p:cNvPr id="107" name="Google Shape;107;p51"/>
            <p:cNvSpPr/>
            <p:nvPr/>
          </p:nvSpPr>
          <p:spPr>
            <a:xfrm rot="5400000">
              <a:off x="4408200" y="-1800"/>
              <a:ext cx="4734000" cy="4737600"/>
            </a:xfrm>
            <a:prstGeom prst="diagStripe">
              <a:avLst>
                <a:gd fmla="val 49469"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08" name="Google Shape;108;p51"/>
            <p:cNvSpPr/>
            <p:nvPr/>
          </p:nvSpPr>
          <p:spPr>
            <a:xfrm rot="5400000">
              <a:off x="4841125" y="5700"/>
              <a:ext cx="4298100" cy="4286700"/>
            </a:xfrm>
            <a:prstGeom prst="diagStripe">
              <a:avLst>
                <a:gd fmla="val 0" name="adj"/>
              </a:avLst>
            </a:prstGeom>
            <a:solidFill>
              <a:schemeClr val="lt1">
                <a:alpha val="3137"/>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09" name="Google Shape;109;p51"/>
            <p:cNvSpPr/>
            <p:nvPr/>
          </p:nvSpPr>
          <p:spPr>
            <a:xfrm rot="-5400000">
              <a:off x="5618399" y="123646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0" name="Google Shape;110;p51"/>
            <p:cNvSpPr/>
            <p:nvPr/>
          </p:nvSpPr>
          <p:spPr>
            <a:xfrm flipH="1">
              <a:off x="5849857" y="1443956"/>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1" name="Google Shape;111;p51"/>
            <p:cNvSpPr/>
            <p:nvPr/>
          </p:nvSpPr>
          <p:spPr>
            <a:xfrm rot="-5400000">
              <a:off x="5987081" y="24694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2" name="Google Shape;112;p51"/>
            <p:cNvSpPr/>
            <p:nvPr/>
          </p:nvSpPr>
          <p:spPr>
            <a:xfrm flipH="1">
              <a:off x="6222115" y="267695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3" name="Google Shape;113;p51"/>
            <p:cNvSpPr/>
            <p:nvPr/>
          </p:nvSpPr>
          <p:spPr>
            <a:xfrm rot="-5400000">
              <a:off x="6675341" y="1862018"/>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4" name="Google Shape;114;p51"/>
            <p:cNvSpPr/>
            <p:nvPr/>
          </p:nvSpPr>
          <p:spPr>
            <a:xfrm flipH="1">
              <a:off x="6908099" y="2069505"/>
              <a:ext cx="808800" cy="808800"/>
            </a:xfrm>
            <a:prstGeom prst="diagStripe">
              <a:avLst>
                <a:gd fmla="val 50000" name="adj"/>
              </a:avLst>
            </a:prstGeom>
            <a:solidFill>
              <a:schemeClr val="lt2"/>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5" name="Google Shape;115;p51"/>
            <p:cNvSpPr/>
            <p:nvPr/>
          </p:nvSpPr>
          <p:spPr>
            <a:xfrm rot="-5400000">
              <a:off x="6861141" y="247781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6" name="Google Shape;116;p51"/>
            <p:cNvSpPr/>
            <p:nvPr/>
          </p:nvSpPr>
          <p:spPr>
            <a:xfrm flipH="1">
              <a:off x="7965266" y="269296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7" name="Google Shape;117;p51"/>
            <p:cNvSpPr/>
            <p:nvPr/>
          </p:nvSpPr>
          <p:spPr>
            <a:xfrm flipH="1">
              <a:off x="8145082" y="330875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8" name="Google Shape;118;p51"/>
            <p:cNvSpPr/>
            <p:nvPr/>
          </p:nvSpPr>
          <p:spPr>
            <a:xfrm rot="-5400000">
              <a:off x="7047599" y="309501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19" name="Google Shape;119;p51"/>
            <p:cNvSpPr/>
            <p:nvPr/>
          </p:nvSpPr>
          <p:spPr>
            <a:xfrm flipH="1">
              <a:off x="7276649" y="3302502"/>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0" name="Google Shape;120;p51"/>
            <p:cNvSpPr/>
            <p:nvPr/>
          </p:nvSpPr>
          <p:spPr>
            <a:xfrm rot="-5400000">
              <a:off x="7227414" y="3710807"/>
              <a:ext cx="808800" cy="808800"/>
            </a:xfrm>
            <a:prstGeom prst="diagStripe">
              <a:avLst>
                <a:gd fmla="val 50000" name="adj"/>
              </a:avLst>
            </a:prstGeom>
            <a:solidFill>
              <a:schemeClr val="accent1"/>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1" name="Google Shape;121;p51"/>
            <p:cNvSpPr/>
            <p:nvPr/>
          </p:nvSpPr>
          <p:spPr>
            <a:xfrm flipH="1">
              <a:off x="7462448" y="3918294"/>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2" name="Google Shape;122;p51"/>
            <p:cNvSpPr/>
            <p:nvPr/>
          </p:nvSpPr>
          <p:spPr>
            <a:xfrm rot="-5400000">
              <a:off x="8102491" y="3718473"/>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3" name="Google Shape;123;p51"/>
            <p:cNvSpPr/>
            <p:nvPr/>
          </p:nvSpPr>
          <p:spPr>
            <a:xfrm flipH="1">
              <a:off x="8334533" y="3925960"/>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sp>
          <p:nvSpPr>
            <p:cNvPr id="124" name="Google Shape;124;p51"/>
            <p:cNvSpPr/>
            <p:nvPr/>
          </p:nvSpPr>
          <p:spPr>
            <a:xfrm rot="-5400000">
              <a:off x="8288290" y="4334265"/>
              <a:ext cx="808800" cy="808800"/>
            </a:xfrm>
            <a:prstGeom prst="diagStripe">
              <a:avLst>
                <a:gd fmla="val 50000" name="adj"/>
              </a:avLst>
            </a:prstGeom>
            <a:solidFill>
              <a:schemeClr val="lt1">
                <a:alpha val="7058"/>
              </a:schemeClr>
            </a:solidFill>
            <a:ln>
              <a:noFill/>
            </a:ln>
          </p:spPr>
          <p:txBody>
            <a:bodyPr anchor="ctr"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400"/>
                <a:buFont typeface="Arial"/>
                <a:buNone/>
              </a:pPr>
              <a:r>
                <a:t/>
              </a:r>
              <a:endParaRPr b="0" cap="none" i="0" strike="noStrike" sz="1400" u="none">
                <a:solidFill>
                  <a:srgbClr val="000000"/>
                </a:solidFill>
                <a:latin typeface="Arial"/>
                <a:ea typeface="Arial"/>
                <a:cs typeface="Arial"/>
                <a:sym typeface="Arial"/>
              </a:endParaRPr>
            </a:p>
          </p:txBody>
        </p:sp>
      </p:grpSp>
      <p:sp>
        <p:nvSpPr>
          <p:cNvPr id="125" name="Google Shape;125;p51"/>
          <p:cNvSpPr txBox="1"/>
          <p:nvPr>
            <p:ph hasCustomPrompt="1" type="title"/>
          </p:nvPr>
        </p:nvSpPr>
        <p:spPr>
          <a:xfrm>
            <a:off x="823850" y="1284675"/>
            <a:ext cx="4776000" cy="1300800"/>
          </a:xfrm>
          <a:prstGeom prst="rect">
            <a:avLst/>
          </a:prstGeom>
          <a:noFill/>
          <a:ln>
            <a:noFill/>
          </a:ln>
        </p:spPr>
        <p:txBody>
          <a:bodyPr anchor="t" anchorCtr="0" bIns="91425" lIns="91425" numCol="1" rIns="91425" spcFirstLastPara="1" tIns="91425" wrap="square">
            <a:normAutofit/>
          </a:bodyPr>
          <a:lstStyle>
            <a:lvl1pPr algn="l" lvl="0">
              <a:lnSpc>
                <a:spcPct val="100000"/>
              </a:lnSpc>
              <a:spcBef>
                <a:spcPts val="0"/>
              </a:spcBef>
              <a:spcAft>
                <a:spcPts val="0"/>
              </a:spcAft>
              <a:buSzPts val="8000"/>
              <a:buNone/>
              <a:defRPr sz="8000"/>
            </a:lvl1pPr>
            <a:lvl2pPr algn="l" lvl="1">
              <a:lnSpc>
                <a:spcPct val="100000"/>
              </a:lnSpc>
              <a:spcBef>
                <a:spcPts val="0"/>
              </a:spcBef>
              <a:spcAft>
                <a:spcPts val="0"/>
              </a:spcAft>
              <a:buSzPts val="8000"/>
              <a:buNone/>
              <a:defRPr sz="8000"/>
            </a:lvl2pPr>
            <a:lvl3pPr algn="l" lvl="2">
              <a:lnSpc>
                <a:spcPct val="100000"/>
              </a:lnSpc>
              <a:spcBef>
                <a:spcPts val="0"/>
              </a:spcBef>
              <a:spcAft>
                <a:spcPts val="0"/>
              </a:spcAft>
              <a:buSzPts val="8000"/>
              <a:buNone/>
              <a:defRPr sz="8000"/>
            </a:lvl3pPr>
            <a:lvl4pPr algn="l" lvl="3">
              <a:lnSpc>
                <a:spcPct val="100000"/>
              </a:lnSpc>
              <a:spcBef>
                <a:spcPts val="0"/>
              </a:spcBef>
              <a:spcAft>
                <a:spcPts val="0"/>
              </a:spcAft>
              <a:buSzPts val="8000"/>
              <a:buNone/>
              <a:defRPr sz="8000"/>
            </a:lvl4pPr>
            <a:lvl5pPr algn="l" lvl="4">
              <a:lnSpc>
                <a:spcPct val="100000"/>
              </a:lnSpc>
              <a:spcBef>
                <a:spcPts val="0"/>
              </a:spcBef>
              <a:spcAft>
                <a:spcPts val="0"/>
              </a:spcAft>
              <a:buSzPts val="8000"/>
              <a:buNone/>
              <a:defRPr sz="8000"/>
            </a:lvl5pPr>
            <a:lvl6pPr algn="l" lvl="5">
              <a:lnSpc>
                <a:spcPct val="100000"/>
              </a:lnSpc>
              <a:spcBef>
                <a:spcPts val="0"/>
              </a:spcBef>
              <a:spcAft>
                <a:spcPts val="0"/>
              </a:spcAft>
              <a:buSzPts val="8000"/>
              <a:buNone/>
              <a:defRPr sz="8000"/>
            </a:lvl6pPr>
            <a:lvl7pPr algn="l" lvl="6">
              <a:lnSpc>
                <a:spcPct val="100000"/>
              </a:lnSpc>
              <a:spcBef>
                <a:spcPts val="0"/>
              </a:spcBef>
              <a:spcAft>
                <a:spcPts val="0"/>
              </a:spcAft>
              <a:buSzPts val="8000"/>
              <a:buNone/>
              <a:defRPr sz="8000"/>
            </a:lvl7pPr>
            <a:lvl8pPr algn="l" lvl="7">
              <a:lnSpc>
                <a:spcPct val="100000"/>
              </a:lnSpc>
              <a:spcBef>
                <a:spcPts val="0"/>
              </a:spcBef>
              <a:spcAft>
                <a:spcPts val="0"/>
              </a:spcAft>
              <a:buSzPts val="8000"/>
              <a:buNone/>
              <a:defRPr sz="8000"/>
            </a:lvl8pPr>
            <a:lvl9pPr algn="l" lvl="8">
              <a:lnSpc>
                <a:spcPct val="100000"/>
              </a:lnSpc>
              <a:spcBef>
                <a:spcPts val="0"/>
              </a:spcBef>
              <a:spcAft>
                <a:spcPts val="0"/>
              </a:spcAft>
              <a:buSzPts val="8000"/>
              <a:buNone/>
              <a:defRPr sz="8000"/>
            </a:lvl9pPr>
          </a:lstStyle>
          <a:p>
            <a:r>
              <a:t>xx%</a:t>
            </a:r>
          </a:p>
        </p:txBody>
      </p:sp>
      <p:sp>
        <p:nvSpPr>
          <p:cNvPr id="126" name="Google Shape;126;p51"/>
          <p:cNvSpPr txBox="1"/>
          <p:nvPr>
            <p:ph idx="1" type="body"/>
          </p:nvPr>
        </p:nvSpPr>
        <p:spPr>
          <a:xfrm>
            <a:off x="823850" y="2643124"/>
            <a:ext cx="4776000" cy="1218900"/>
          </a:xfrm>
          <a:prstGeom prst="rect">
            <a:avLst/>
          </a:prstGeom>
          <a:noFill/>
          <a:ln>
            <a:noFill/>
          </a:ln>
        </p:spPr>
        <p:txBody>
          <a:bodyPr anchor="t" anchorCtr="0" bIns="91425" lIns="91425" numCol="1" rIns="91425" spcFirstLastPara="1" tIns="91425" wrap="square">
            <a:normAutofit/>
          </a:bodyPr>
          <a:lstStyle>
            <a:lvl1pPr algn="l" indent="-311150" lvl="0" marL="457200">
              <a:lnSpc>
                <a:spcPct val="115000"/>
              </a:lnSpc>
              <a:spcBef>
                <a:spcPts val="0"/>
              </a:spcBef>
              <a:spcAft>
                <a:spcPts val="0"/>
              </a:spcAft>
              <a:buSzPts val="1300"/>
              <a:buChar char="●"/>
              <a:defRPr/>
            </a:lvl1pPr>
            <a:lvl2pPr algn="l" indent="-298450" lvl="1" marL="914400">
              <a:lnSpc>
                <a:spcPct val="115000"/>
              </a:lnSpc>
              <a:spcBef>
                <a:spcPts val="0"/>
              </a:spcBef>
              <a:spcAft>
                <a:spcPts val="0"/>
              </a:spcAft>
              <a:buSzPts val="1100"/>
              <a:buChar char="○"/>
              <a:defRPr/>
            </a:lvl2pPr>
            <a:lvl3pPr algn="l" indent="-298450" lvl="2" marL="1371600">
              <a:lnSpc>
                <a:spcPct val="115000"/>
              </a:lnSpc>
              <a:spcBef>
                <a:spcPts val="0"/>
              </a:spcBef>
              <a:spcAft>
                <a:spcPts val="0"/>
              </a:spcAft>
              <a:buSzPts val="1100"/>
              <a:buChar char="■"/>
              <a:defRPr/>
            </a:lvl3pPr>
            <a:lvl4pPr algn="l" indent="-298450" lvl="3" marL="1828800">
              <a:lnSpc>
                <a:spcPct val="115000"/>
              </a:lnSpc>
              <a:spcBef>
                <a:spcPts val="0"/>
              </a:spcBef>
              <a:spcAft>
                <a:spcPts val="0"/>
              </a:spcAft>
              <a:buSzPts val="1100"/>
              <a:buChar char="●"/>
              <a:defRPr/>
            </a:lvl4pPr>
            <a:lvl5pPr algn="l" indent="-298450" lvl="4" marL="2286000">
              <a:lnSpc>
                <a:spcPct val="115000"/>
              </a:lnSpc>
              <a:spcBef>
                <a:spcPts val="0"/>
              </a:spcBef>
              <a:spcAft>
                <a:spcPts val="0"/>
              </a:spcAft>
              <a:buSzPts val="1100"/>
              <a:buChar char="○"/>
              <a:defRPr/>
            </a:lvl5pPr>
            <a:lvl6pPr algn="l" indent="-298450" lvl="5" marL="2743200">
              <a:lnSpc>
                <a:spcPct val="115000"/>
              </a:lnSpc>
              <a:spcBef>
                <a:spcPts val="0"/>
              </a:spcBef>
              <a:spcAft>
                <a:spcPts val="0"/>
              </a:spcAft>
              <a:buSzPts val="1100"/>
              <a:buChar char="■"/>
              <a:defRPr/>
            </a:lvl6pPr>
            <a:lvl7pPr algn="l" indent="-298450" lvl="6" marL="3200400">
              <a:lnSpc>
                <a:spcPct val="115000"/>
              </a:lnSpc>
              <a:spcBef>
                <a:spcPts val="0"/>
              </a:spcBef>
              <a:spcAft>
                <a:spcPts val="0"/>
              </a:spcAft>
              <a:buSzPts val="1100"/>
              <a:buChar char="●"/>
              <a:defRPr/>
            </a:lvl7pPr>
            <a:lvl8pPr algn="l" indent="-298450" lvl="7" marL="3657600">
              <a:lnSpc>
                <a:spcPct val="115000"/>
              </a:lnSpc>
              <a:spcBef>
                <a:spcPts val="0"/>
              </a:spcBef>
              <a:spcAft>
                <a:spcPts val="0"/>
              </a:spcAft>
              <a:buSzPts val="1100"/>
              <a:buChar char="○"/>
              <a:defRPr/>
            </a:lvl8pPr>
            <a:lvl9pPr algn="l" indent="-298450" lvl="8" marL="4114800">
              <a:lnSpc>
                <a:spcPct val="115000"/>
              </a:lnSpc>
              <a:spcBef>
                <a:spcPts val="0"/>
              </a:spcBef>
              <a:spcAft>
                <a:spcPts val="0"/>
              </a:spcAft>
              <a:buSzPts val="1100"/>
              <a:buChar char="■"/>
              <a:defRPr/>
            </a:lvl9pPr>
          </a:lstStyle>
          <a:p/>
        </p:txBody>
      </p:sp>
      <p:sp>
        <p:nvSpPr>
          <p:cNvPr id="127" name="Google Shape;127;p51"/>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52"/>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2" Target="../slideLayouts/slideLayout11.xml" Type="http://schemas.openxmlformats.org/officeDocument/2006/relationships/slideLayout"/><Relationship Id="rId11" Target="../slideLayouts/slideLayout10.xml" Type="http://schemas.openxmlformats.org/officeDocument/2006/relationships/slideLayout"/><Relationship Id="rId9" Target="../slideLayouts/slideLayout8.xml" Type="http://schemas.openxmlformats.org/officeDocument/2006/relationships/slideLayout"/><Relationship Id="rId10" Target="../slideLayouts/slideLayout9.xml" Type="http://schemas.openxmlformats.org/officeDocument/2006/relationships/slideLayout"/><Relationship Id="rId8" Target="../slideLayouts/slideLayout7.xml" Type="http://schemas.openxmlformats.org/officeDocument/2006/relationships/slideLayout"/><Relationship Id="rId7" Target="../slideLayouts/slideLayout6.xml" Type="http://schemas.openxmlformats.org/officeDocument/2006/relationships/slideLayout"/><Relationship Id="rId6" Target="../slideLayouts/slideLayout5.xml" Type="http://schemas.openxmlformats.org/officeDocument/2006/relationships/slideLayout"/><Relationship Id="rId5" Target="../slideLayouts/slideLayout4.xml" Type="http://schemas.openxmlformats.org/officeDocument/2006/relationships/slideLayout"/><Relationship Id="rId4" Target="../slideLayouts/slideLayout3.xml" Type="http://schemas.openxmlformats.org/officeDocument/2006/relationships/slideLayout"/><Relationship Id="rId3" Target="../slideLayouts/slideLayout2.xml" Type="http://schemas.openxmlformats.org/officeDocument/2006/relationships/slideLayout"/><Relationship Id="rId2" Target="../slideLayouts/slideLayout1.xml" Type="http://schemas.openxmlformats.org/officeDocument/2006/relationships/slideLayout"/><Relationship Id="rId1" Target="../theme/theme1.xml" Type="http://schemas.openxmlformats.org/officeDocument/2006/relationships/theme"/></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41"/>
          <p:cNvSpPr txBox="1"/>
          <p:nvPr>
            <p:ph type="title"/>
          </p:nvPr>
        </p:nvSpPr>
        <p:spPr>
          <a:xfrm>
            <a:off x="311700" y="445025"/>
            <a:ext cx="8520600" cy="572700"/>
          </a:xfrm>
          <a:prstGeom prst="rect">
            <a:avLst/>
          </a:prstGeom>
          <a:noFill/>
          <a:ln>
            <a:noFill/>
          </a:ln>
        </p:spPr>
        <p:txBody>
          <a:bodyPr anchor="t" anchorCtr="0" bIns="91425" lIns="91425" numCol="1" rIns="91425" spcFirstLastPara="1" tIns="91425" wrap="square">
            <a:normAutofit/>
          </a:bodyPr>
          <a:lstStyle>
            <a:lvl1pPr algn="l" lvl="0"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1pPr>
            <a:lvl2pPr algn="l" lvl="1"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2pPr>
            <a:lvl3pPr algn="l" lvl="2"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3pPr>
            <a:lvl4pPr algn="l" lvl="3"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4pPr>
            <a:lvl5pPr algn="l" lvl="4"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5pPr>
            <a:lvl6pPr algn="l" lvl="5"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6pPr>
            <a:lvl7pPr algn="l" lvl="6"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7pPr>
            <a:lvl8pPr algn="l" lvl="7"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8pPr>
            <a:lvl9pPr algn="l" lvl="8" marR="0" rtl="0">
              <a:lnSpc>
                <a:spcPct val="100000"/>
              </a:lnSpc>
              <a:spcBef>
                <a:spcPts val="0"/>
              </a:spcBef>
              <a:spcAft>
                <a:spcPts val="0"/>
              </a:spcAft>
              <a:buClr>
                <a:schemeClr val="lt1"/>
              </a:buClr>
              <a:buSzPts val="2800"/>
              <a:buFont typeface="Montserrat"/>
              <a:buNone/>
              <a:defRPr b="0" cap="none" i="0" strike="noStrike" sz="2800" u="none">
                <a:solidFill>
                  <a:schemeClr val="lt1"/>
                </a:solidFill>
                <a:latin typeface="Montserrat"/>
                <a:ea typeface="Montserrat"/>
                <a:cs typeface="Montserrat"/>
                <a:sym typeface="Montserrat"/>
              </a:defRPr>
            </a:lvl9pPr>
          </a:lstStyle>
          <a:p/>
        </p:txBody>
      </p:sp>
      <p:sp>
        <p:nvSpPr>
          <p:cNvPr id="7" name="Google Shape;7;p41"/>
          <p:cNvSpPr txBox="1"/>
          <p:nvPr>
            <p:ph idx="1" type="body"/>
          </p:nvPr>
        </p:nvSpPr>
        <p:spPr>
          <a:xfrm>
            <a:off x="311700" y="1152475"/>
            <a:ext cx="8520600" cy="3416400"/>
          </a:xfrm>
          <a:prstGeom prst="rect">
            <a:avLst/>
          </a:prstGeom>
          <a:noFill/>
          <a:ln>
            <a:noFill/>
          </a:ln>
        </p:spPr>
        <p:txBody>
          <a:bodyPr anchor="t" anchorCtr="0" bIns="91425" lIns="91425" numCol="1" rIns="91425" spcFirstLastPara="1" tIns="91425" wrap="square">
            <a:normAutofit/>
          </a:bodyPr>
          <a:lstStyle>
            <a:lvl1pPr algn="l" indent="-311150" lvl="0" marL="457200" marR="0" rtl="0">
              <a:lnSpc>
                <a:spcPct val="115000"/>
              </a:lnSpc>
              <a:spcBef>
                <a:spcPts val="0"/>
              </a:spcBef>
              <a:spcAft>
                <a:spcPts val="0"/>
              </a:spcAft>
              <a:buClr>
                <a:schemeClr val="lt1"/>
              </a:buClr>
              <a:buSzPts val="1300"/>
              <a:buFont typeface="Lato"/>
              <a:buChar char="●"/>
              <a:defRPr b="0" cap="none" i="0" strike="noStrike" sz="1300" u="none">
                <a:solidFill>
                  <a:schemeClr val="lt1"/>
                </a:solidFill>
                <a:latin typeface="Lato"/>
                <a:ea typeface="Lato"/>
                <a:cs typeface="Lato"/>
                <a:sym typeface="Lato"/>
              </a:defRPr>
            </a:lvl1pPr>
            <a:lvl2pPr algn="l" indent="-298450" lvl="1" marL="9144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2pPr>
            <a:lvl3pPr algn="l" indent="-298450" lvl="2" marL="13716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3pPr>
            <a:lvl4pPr algn="l" indent="-298450" lvl="3" marL="18288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4pPr>
            <a:lvl5pPr algn="l" indent="-298450" lvl="4" marL="22860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5pPr>
            <a:lvl6pPr algn="l" indent="-298450" lvl="5" marL="27432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6pPr>
            <a:lvl7pPr algn="l" indent="-298450" lvl="6" marL="32004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7pPr>
            <a:lvl8pPr algn="l" indent="-298450" lvl="7" marL="36576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8pPr>
            <a:lvl9pPr algn="l" indent="-298450" lvl="8" marL="4114800" marR="0" rtl="0">
              <a:lnSpc>
                <a:spcPct val="115000"/>
              </a:lnSpc>
              <a:spcBef>
                <a:spcPts val="0"/>
              </a:spcBef>
              <a:spcAft>
                <a:spcPts val="0"/>
              </a:spcAft>
              <a:buClr>
                <a:schemeClr val="lt1"/>
              </a:buClr>
              <a:buSzPts val="1100"/>
              <a:buFont typeface="Lato"/>
              <a:buChar char="■"/>
              <a:defRPr b="0" cap="none" i="0" strike="noStrike" sz="1100" u="none">
                <a:solidFill>
                  <a:schemeClr val="lt1"/>
                </a:solidFill>
                <a:latin typeface="Lato"/>
                <a:ea typeface="Lato"/>
                <a:cs typeface="Lato"/>
                <a:sym typeface="Lato"/>
              </a:defRPr>
            </a:lvl9pPr>
          </a:lstStyle>
          <a:p/>
        </p:txBody>
      </p:sp>
      <p:sp>
        <p:nvSpPr>
          <p:cNvPr id="8" name="Google Shape;8;p41"/>
          <p:cNvSpPr txBox="1"/>
          <p:nvPr>
            <p:ph idx="12" type="sldNum"/>
          </p:nvPr>
        </p:nvSpPr>
        <p:spPr>
          <a:xfrm>
            <a:off x="8472458" y="4663217"/>
            <a:ext cx="548700" cy="393600"/>
          </a:xfrm>
          <a:prstGeom prst="rect">
            <a:avLst/>
          </a:prstGeom>
          <a:noFill/>
          <a:ln>
            <a:noFill/>
          </a:ln>
        </p:spPr>
        <p:txBody>
          <a:bodyPr anchor="ctr" anchorCtr="0" bIns="91425" lIns="91425" numCol="1" rIns="91425" spcFirstLastPara="1" tIns="91425" wrap="square">
            <a:normAutofit/>
          </a:bodyPr>
          <a:lstStyle>
            <a:lvl1pPr algn="r" indent="0" lvl="0"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1pPr>
            <a:lvl2pPr algn="r" indent="0" lvl="1"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2pPr>
            <a:lvl3pPr algn="r" indent="0" lvl="2"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3pPr>
            <a:lvl4pPr algn="r" indent="0" lvl="3"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4pPr>
            <a:lvl5pPr algn="r" indent="0" lvl="4"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5pPr>
            <a:lvl6pPr algn="r" indent="0" lvl="5"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6pPr>
            <a:lvl7pPr algn="r" indent="0" lvl="6"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7pPr>
            <a:lvl8pPr algn="r" indent="0" lvl="7"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8pPr>
            <a:lvl9pPr algn="r" indent="0" lvl="8" marL="0" marR="0" rtl="0">
              <a:lnSpc>
                <a:spcPct val="100000"/>
              </a:lnSpc>
              <a:spcBef>
                <a:spcPts val="0"/>
              </a:spcBef>
              <a:spcAft>
                <a:spcPts val="0"/>
              </a:spcAft>
              <a:buClr>
                <a:srgbClr val="000000"/>
              </a:buClr>
              <a:buSzPts val="1000"/>
              <a:buFont typeface="Arial"/>
              <a:buNone/>
              <a:defRPr b="0" cap="none" i="0" strike="noStrike" sz="1000" u="none">
                <a:solidFill>
                  <a:schemeClr val="lt1"/>
                </a:solidFill>
                <a:latin typeface="Lato"/>
                <a:ea typeface="Lato"/>
                <a:cs typeface="Lato"/>
                <a:sym typeface="Lato"/>
              </a:defRPr>
            </a:lvl9pPr>
          </a:lstStyle>
          <a:p>
            <a:pPr algn="r" indent="0" lvl="0" marL="0" rtl="0">
              <a:spcBef>
                <a:spcPts val="0"/>
              </a:spcBef>
              <a:spcAft>
                <a:spcPts val="0"/>
              </a:spcAft>
              <a:buNone/>
            </a:pPr>
            <a:fld id="{00000000-1234-1234-1234-123412341234}" type="slidenum">
              <a:rPr altLang="en" lang="en"/>
              <a:t>‹#›</a:t>
            </a:fld>
            <a:endParaRPr/>
          </a:p>
        </p:txBody>
      </p:sp>
    </p:spTree>
  </p:cSld>
  <p:clrMap accent1="accent1" accent2="accent2" accent3="accent3" accent4="accent4" accent5="accent5" accent6="accent6" bg1="lt1" bg2="dk2" folHlink="folHlink" hlink="hlink" tx1="dk1" tx2="lt2"/>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titleStyle>
    <p:body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bodyStyle>
    <p:otherStyle>
      <a:defPPr algn="l" lvl="0" marR="0" rtl="0">
        <a:lnSpc>
          <a:spcPct val="100000"/>
        </a:lnSpc>
        <a:spcBef>
          <a:spcPts val="0"/>
        </a:spcBef>
        <a:spcAft>
          <a:spcPts val="0"/>
        </a:spcAft>
      </a:defPPr>
      <a:lvl1pPr algn="l" lvl="0"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1pPr>
      <a:lvl2pPr algn="l" lvl="1"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2pPr>
      <a:lvl3pPr algn="l" lvl="2"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3pPr>
      <a:lvl4pPr algn="l" lvl="3"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4pPr>
      <a:lvl5pPr algn="l" lvl="4"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5pPr>
      <a:lvl6pPr algn="l" lvl="5"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6pPr>
      <a:lvl7pPr algn="l" lvl="6"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7pPr>
      <a:lvl8pPr algn="l" lvl="7"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8pPr>
      <a:lvl9pPr algn="l" lvl="8" marR="0" rtl="0">
        <a:lnSpc>
          <a:spcPct val="100000"/>
        </a:lnSpc>
        <a:spcBef>
          <a:spcPts val="0"/>
        </a:spcBef>
        <a:spcAft>
          <a:spcPts val="0"/>
        </a:spcAft>
        <a:buClr>
          <a:srgbClr val="000000"/>
        </a:buClr>
        <a:buFont typeface="Arial"/>
        <a:defRPr b="0" cap="none" i="0" strike="noStrike" sz="1400" u="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arget="https://docs.google.com/document/d/1xXHX5sogBu6E-MpItaexNGPXVbGG9n3-TAphwwJ9dAc/edit?tab=t.0" TargetMode="External" Type="http://schemas.openxmlformats.org/officeDocument/2006/relationships/hyperlink"/><Relationship Id="rId7" Target="https://docs.google.com/document/d/1LCYm9_YGpPoNb1arS96RvrzG3IclNWvwIUxQ-hQs1UU/edit?pli=1&amp;tab=t.0" TargetMode="External" Type="http://schemas.openxmlformats.org/officeDocument/2006/relationships/hyperlink"/><Relationship Id="rId6" Target="https://docs.google.com/presentation/d/1O_zsLGEL8YDYm_6NBsT9_ALdbO2szjwTUsb-nw1NuPM/edit?slide=id.p#slide=id.p" TargetMode="External" Type="http://schemas.openxmlformats.org/officeDocument/2006/relationships/hyperlink"/><Relationship Id="rId5" Target="https://docs.google.com/document/d/1BLOHV9GEEPqeGFBYC8QDDx_ypadbLAgHpN4_R_WeXL8/edit?tab=t.0" TargetMode="External" Type="http://schemas.openxmlformats.org/officeDocument/2006/relationships/hyperlink"/><Relationship Id="rId4" Target="https://docs.google.com/presentation/d/1AksnTq8QhCC8xq_yF-vt8BBjFkQi-_lNMfg1Pu94_gU/edit" TargetMode="External" Type="http://schemas.openxmlformats.org/officeDocument/2006/relationships/hyperlink"/><Relationship Id="rId3" Target="https://docs.google.com/document/d/12pLKBp6XKq9NUaugDE2V9MbxY3rd22GnOUWd47J0m8o/edit?tab=t.0" TargetMode="External" Type="http://schemas.openxmlformats.org/officeDocument/2006/relationships/hyperlink"/><Relationship Id="rId2" Target="../notesSlides/notesSlide1.xml" Type="http://schemas.openxmlformats.org/officeDocument/2006/relationships/notesSlide"/><Relationship Id="rId1" Target="../slideLayouts/slideLayout1.xml" Type="http://schemas.openxmlformats.org/officeDocument/2006/relationships/slideLayout"/></Relationships>
</file>

<file path=ppt/slides/_rels/slide2.xml.rels><?xml version="1.0" encoding="UTF-8" standalone="yes"?><Relationships xmlns="http://schemas.openxmlformats.org/package/2006/relationships"><Relationship Id="rId3" Target="../media/image1.png" Type="http://schemas.openxmlformats.org/officeDocument/2006/relationships/image"/><Relationship Id="rId2" Target="../notesSlides/notesSlide2.xml" Type="http://schemas.openxmlformats.org/officeDocument/2006/relationships/notesSlide"/><Relationship Id="rId1" Target="../slideLayouts/slideLayout2.xml" Type="http://schemas.openxmlformats.org/officeDocument/2006/relationships/slideLayout"/></Relationships>
</file>

<file path=ppt/slides/_rels/slide3.xml.rels><?xml version="1.0" encoding="UTF-8" standalone="yes"?><Relationships xmlns="http://schemas.openxmlformats.org/package/2006/relationships"><Relationship Id="rId2" Target="../notesSlides/notesSlide3.xml" Type="http://schemas.openxmlformats.org/officeDocument/2006/relationships/notesSlide"/><Relationship Id="rId1" Target="../slideLayouts/slideLayout2.xml" Type="http://schemas.openxmlformats.org/officeDocument/2006/relationships/slideLayout"/></Relationships>
</file>

<file path=ppt/slides/_rels/slide4.xml.rels><?xml version="1.0" encoding="UTF-8" standalone="yes"?><Relationships xmlns="http://schemas.openxmlformats.org/package/2006/relationships"><Relationship Id="rId2" Target="../notesSlides/notesSlide4.xml" Type="http://schemas.openxmlformats.org/officeDocument/2006/relationships/notesSlide"/><Relationship Id="rId1" Target="../slideLayouts/slideLayout2.xml" Type="http://schemas.openxmlformats.org/officeDocument/2006/relationships/slideLayout"/></Relationships>
</file>

<file path=ppt/slides/_rels/slide5.xml.rels><?xml version="1.0" encoding="UTF-8" standalone="yes"?><Relationships xmlns="http://schemas.openxmlformats.org/package/2006/relationships"><Relationship Id="rId4" Target="../media/image2.png" Type="http://schemas.openxmlformats.org/officeDocument/2006/relationships/image"/><Relationship Id="rId3" Target="../comments/comment1.xml" Type="http://schemas.openxmlformats.org/officeDocument/2006/relationships/comments"/><Relationship Id="rId2" Target="../notesSlides/notesSlide5.xml" Type="http://schemas.openxmlformats.org/officeDocument/2006/relationships/notesSlide"/><Relationship Id="rId1" Target="../slideLayouts/slideLayout2.xml" Type="http://schemas.openxmlformats.org/officeDocument/2006/relationships/slideLayout"/></Relationships>
</file>

<file path=ppt/slides/_rels/slide6.xml.rels><?xml version="1.0" encoding="UTF-8" standalone="yes"?><Relationships xmlns="http://schemas.openxmlformats.org/package/2006/relationships"><Relationship Id="rId2" Target="../notesSlides/notesSlide6.xml" Type="http://schemas.openxmlformats.org/officeDocument/2006/relationships/notesSlide"/><Relationship Id="rId1" Target="../slideLayouts/slideLayout2.xml" Type="http://schemas.openxmlformats.org/officeDocument/2006/relationships/slideLayout"/></Relationships>
</file>

<file path=ppt/slides/_rels/slide7.xml.rels><?xml version="1.0" encoding="UTF-8" standalone="yes"?><Relationships xmlns="http://schemas.openxmlformats.org/package/2006/relationships"><Relationship Id="rId2" Target="../notesSlides/notesSlide7.xml" Type="http://schemas.openxmlformats.org/officeDocument/2006/relationships/notesSlide"/><Relationship Id="rId1" Target="../slideLayouts/slideLayout2.xml" Type="http://schemas.openxmlformats.org/officeDocument/2006/relationships/slideLayout"/></Relationships>
</file>

<file path=ppt/slides/_rels/slide8.xml.rels><?xml version="1.0" encoding="UTF-8" standalone="yes"?><Relationships xmlns="http://schemas.openxmlformats.org/package/2006/relationships"><Relationship Id="rId2" Target="../notesSlides/notesSlide8.xml" Type="http://schemas.openxmlformats.org/officeDocument/2006/relationships/notesSlide"/><Relationship Id="rId1" Target="../slideLayouts/slideLayout2.xml" Type="http://schemas.openxmlformats.org/officeDocument/2006/relationships/slideLayout"/></Relationships>
</file>

<file path=ppt/slides/_rels/slide9.xml.rels><?xml version="1.0" encoding="UTF-8" standalone="yes"?><Relationships xmlns="http://schemas.openxmlformats.org/package/2006/relationships"><Relationship Id="rId2" Target="../notesSlides/notesSlide9.xml" Type="http://schemas.openxmlformats.org/officeDocument/2006/relationships/notesSlide"/><Relationship Id="rId1" Target="../slideLayouts/slideLayout2.xml" Type="http://schemas.openxmlformats.org/officeDocument/2006/relationships/slideLayout"/></Relationships>
</file>

<file path=ppt/slides/_rels/slide10.xml.rels><?xml version="1.0" encoding="UTF-8" standalone="yes"?><Relationships xmlns="http://schemas.openxmlformats.org/package/2006/relationships"><Relationship Id="rId2" Target="../notesSlides/notesSlide10.xml" Type="http://schemas.openxmlformats.org/officeDocument/2006/relationships/notesSlide"/><Relationship Id="rId1" Target="../slideLayouts/slideLayout2.xml" Type="http://schemas.openxmlformats.org/officeDocument/2006/relationships/slideLayout"/></Relationships>
</file>

<file path=ppt/slides/_rels/slide11.xml.rels><?xml version="1.0" encoding="UTF-8" standalone="yes"?><Relationships xmlns="http://schemas.openxmlformats.org/package/2006/relationships"><Relationship Id="rId3" Target="../media/image3.png" Type="http://schemas.openxmlformats.org/officeDocument/2006/relationships/image"/><Relationship Id="rId2" Target="../notesSlides/notesSlide11.xml" Type="http://schemas.openxmlformats.org/officeDocument/2006/relationships/notesSlide"/><Relationship Id="rId1" Target="../slideLayouts/slideLayout2.xml" Type="http://schemas.openxmlformats.org/officeDocument/2006/relationships/slideLayout"/></Relationships>
</file>

<file path=ppt/slides/_rels/slide12.xml.rels><?xml version="1.0" encoding="UTF-8" standalone="yes"?><Relationships xmlns="http://schemas.openxmlformats.org/package/2006/relationships"><Relationship Id="rId3" Target="../media/image4.png" Type="http://schemas.openxmlformats.org/officeDocument/2006/relationships/image"/><Relationship Id="rId2" Target="../notesSlides/notesSlide12.xml" Type="http://schemas.openxmlformats.org/officeDocument/2006/relationships/notesSlide"/><Relationship Id="rId1" Target="../slideLayouts/slideLayout2.xml" Type="http://schemas.openxmlformats.org/officeDocument/2006/relationships/slideLayout"/></Relationships>
</file>

<file path=ppt/slides/_rels/slide13.xml.rels><?xml version="1.0" encoding="UTF-8" standalone="yes"?><Relationships xmlns="http://schemas.openxmlformats.org/package/2006/relationships"><Relationship Id="rId2" Target="../notesSlides/notesSlide13.xml" Type="http://schemas.openxmlformats.org/officeDocument/2006/relationships/notesSlide"/><Relationship Id="rId1" Target="../slideLayouts/slideLayout2.xml" Type="http://schemas.openxmlformats.org/officeDocument/2006/relationships/slideLayout"/></Relationships>
</file>

<file path=ppt/slides/_rels/slide14.xml.rels><?xml version="1.0" encoding="UTF-8" standalone="yes"?><Relationships xmlns="http://schemas.openxmlformats.org/package/2006/relationships"><Relationship Id="rId2" Target="../notesSlides/notesSlide14.xml" Type="http://schemas.openxmlformats.org/officeDocument/2006/relationships/notesSlide"/><Relationship Id="rId1" Target="../slideLayouts/slideLayout2.xml" Type="http://schemas.openxmlformats.org/officeDocument/2006/relationships/slideLayout"/></Relationships>
</file>

<file path=ppt/slides/_rels/slide15.xml.rels><?xml version="1.0" encoding="UTF-8" standalone="yes"?><Relationships xmlns="http://schemas.openxmlformats.org/package/2006/relationships"><Relationship Id="rId2" Target="../notesSlides/notesSlide15.xml" Type="http://schemas.openxmlformats.org/officeDocument/2006/relationships/notesSlide"/><Relationship Id="rId1" Target="../slideLayouts/slideLayout2.xml" Type="http://schemas.openxmlformats.org/officeDocument/2006/relationships/slideLayout"/></Relationships>
</file>

<file path=ppt/slides/_rels/slide16.xml.rels><?xml version="1.0" encoding="UTF-8" standalone="yes"?><Relationships xmlns="http://schemas.openxmlformats.org/package/2006/relationships"><Relationship Id="rId3" Target="../comments/comment2.xml" Type="http://schemas.openxmlformats.org/officeDocument/2006/relationships/comments"/><Relationship Id="rId2" Target="../notesSlides/notesSlide16.xml" Type="http://schemas.openxmlformats.org/officeDocument/2006/relationships/notesSlide"/><Relationship Id="rId1" Target="../slideLayouts/slideLayout2.xml" Type="http://schemas.openxmlformats.org/officeDocument/2006/relationships/slideLayout"/></Relationships>
</file>

<file path=ppt/slides/_rels/slide17.xml.rels><?xml version="1.0" encoding="UTF-8" standalone="yes"?><Relationships xmlns="http://schemas.openxmlformats.org/package/2006/relationships"><Relationship Id="rId2" Target="../notesSlides/notesSlide17.xml" Type="http://schemas.openxmlformats.org/officeDocument/2006/relationships/notesSlide"/><Relationship Id="rId1" Target="../slideLayouts/slideLayout2.xml" Type="http://schemas.openxmlformats.org/officeDocument/2006/relationships/slideLayout"/></Relationships>
</file>

<file path=ppt/slides/_rels/slide18.xml.rels><?xml version="1.0" encoding="UTF-8" standalone="yes"?><Relationships xmlns="http://schemas.openxmlformats.org/package/2006/relationships"><Relationship Id="rId2" Target="../notesSlides/notesSlide18.xml" Type="http://schemas.openxmlformats.org/officeDocument/2006/relationships/notesSlide"/><Relationship Id="rId1" Target="../slideLayouts/slideLayout2.xml" Type="http://schemas.openxmlformats.org/officeDocument/2006/relationships/slideLayout"/></Relationships>
</file>

<file path=ppt/slides/_rels/slide19.xml.rels><?xml version="1.0" encoding="UTF-8" standalone="yes"?><Relationships xmlns="http://schemas.openxmlformats.org/package/2006/relationships"><Relationship Id="rId3" Target="../media/image5.png" Type="http://schemas.openxmlformats.org/officeDocument/2006/relationships/image"/><Relationship Id="rId2" Target="../notesSlides/notesSlide19.xml" Type="http://schemas.openxmlformats.org/officeDocument/2006/relationships/notesSlide"/><Relationship Id="rId1" Target="../slideLayouts/slideLayout2.xml" Type="http://schemas.openxmlformats.org/officeDocument/2006/relationships/slideLayout"/></Relationships>
</file>

<file path=ppt/slides/_rels/slide20.xml.rels><?xml version="1.0" encoding="UTF-8" standalone="yes"?><Relationships xmlns="http://schemas.openxmlformats.org/package/2006/relationships"><Relationship Id="rId2" Target="../notesSlides/notesSlide20.xml" Type="http://schemas.openxmlformats.org/officeDocument/2006/relationships/notesSlide"/><Relationship Id="rId1" Target="../slideLayouts/slideLayout3.xml" Type="http://schemas.openxmlformats.org/officeDocument/2006/relationships/slideLayout"/></Relationships>
</file>

<file path=ppt/slides/_rels/slide21.xml.rels><?xml version="1.0" encoding="UTF-8" standalone="yes"?><Relationships xmlns="http://schemas.openxmlformats.org/package/2006/relationships"><Relationship Id="rId2" Target="../notesSlides/notesSlide21.xml" Type="http://schemas.openxmlformats.org/officeDocument/2006/relationships/notesSlide"/><Relationship Id="rId1" Target="../slideLayouts/slideLayout2.xml" Type="http://schemas.openxmlformats.org/officeDocument/2006/relationships/slideLayout"/></Relationships>
</file>

<file path=ppt/slides/_rels/slide22.xml.rels><?xml version="1.0" encoding="UTF-8" standalone="yes"?><Relationships xmlns="http://schemas.openxmlformats.org/package/2006/relationships"><Relationship Id="rId2" Target="../notesSlides/notesSlide22.xml" Type="http://schemas.openxmlformats.org/officeDocument/2006/relationships/notesSlide"/><Relationship Id="rId1" Target="../slideLayouts/slideLayout2.xml" Type="http://schemas.openxmlformats.org/officeDocument/2006/relationships/slideLayout"/></Relationships>
</file>

<file path=ppt/slides/_rels/slide23.xml.rels><?xml version="1.0" encoding="UTF-8" standalone="yes"?><Relationships xmlns="http://schemas.openxmlformats.org/package/2006/relationships"><Relationship Id="rId2" Target="../notesSlides/notesSlide23.xml" Type="http://schemas.openxmlformats.org/officeDocument/2006/relationships/notesSlide"/><Relationship Id="rId1" Target="../slideLayouts/slideLayout2.xml" Type="http://schemas.openxmlformats.org/officeDocument/2006/relationships/slideLayout"/></Relationships>
</file>

<file path=ppt/slides/_rels/slide24.xml.rels><?xml version="1.0" encoding="UTF-8" standalone="yes"?><Relationships xmlns="http://schemas.openxmlformats.org/package/2006/relationships"><Relationship Id="rId3" Target="../media/image6.png" Type="http://schemas.openxmlformats.org/officeDocument/2006/relationships/image"/><Relationship Id="rId2" Target="../notesSlides/notesSlide24.xml" Type="http://schemas.openxmlformats.org/officeDocument/2006/relationships/notesSlide"/><Relationship Id="rId1" Target="../slideLayouts/slideLayout2.xml" Type="http://schemas.openxmlformats.org/officeDocument/2006/relationships/slideLayout"/></Relationships>
</file>

<file path=ppt/slides/_rels/slide25.xml.rels><?xml version="1.0" encoding="UTF-8" standalone="yes"?><Relationships xmlns="http://schemas.openxmlformats.org/package/2006/relationships"><Relationship Id="rId2" Target="../notesSlides/notesSlide25.xml" Type="http://schemas.openxmlformats.org/officeDocument/2006/relationships/notesSlide"/><Relationship Id="rId1" Target="../slideLayouts/slideLayout2.xml" Type="http://schemas.openxmlformats.org/officeDocument/2006/relationships/slideLayout"/></Relationships>
</file>

<file path=ppt/slides/_rels/slide26.xml.rels><?xml version="1.0" encoding="UTF-8" standalone="yes"?><Relationships xmlns="http://schemas.openxmlformats.org/package/2006/relationships"><Relationship Id="rId2" Target="../notesSlides/notesSlide26.xml" Type="http://schemas.openxmlformats.org/officeDocument/2006/relationships/notesSlide"/><Relationship Id="rId1" Target="../slideLayouts/slideLayout2.xml" Type="http://schemas.openxmlformats.org/officeDocument/2006/relationships/slideLayout"/></Relationships>
</file>

<file path=ppt/slides/_rels/slide27.xml.rels><?xml version="1.0" encoding="UTF-8" standalone="yes"?><Relationships xmlns="http://schemas.openxmlformats.org/package/2006/relationships"><Relationship Id="rId2" Target="../notesSlides/notesSlide27.xml" Type="http://schemas.openxmlformats.org/officeDocument/2006/relationships/notesSlide"/><Relationship Id="rId1" Target="../slideLayouts/slideLayout2.xml" Type="http://schemas.openxmlformats.org/officeDocument/2006/relationships/slideLayout"/></Relationships>
</file>

<file path=ppt/slides/_rels/slide28.xml.rels><?xml version="1.0" encoding="UTF-8" standalone="yes"?><Relationships xmlns="http://schemas.openxmlformats.org/package/2006/relationships"><Relationship Id="rId2" Target="../notesSlides/notesSlide28.xml" Type="http://schemas.openxmlformats.org/officeDocument/2006/relationships/notesSlide"/><Relationship Id="rId1" Target="../slideLayouts/slideLayout2.xml" Type="http://schemas.openxmlformats.org/officeDocument/2006/relationships/slideLayout"/></Relationships>
</file>

<file path=ppt/slides/_rels/slide29.xml.rels><?xml version="1.0" encoding="UTF-8" standalone="yes"?><Relationships xmlns="http://schemas.openxmlformats.org/package/2006/relationships"><Relationship Id="rId2" Target="../notesSlides/notesSlide29.xml" Type="http://schemas.openxmlformats.org/officeDocument/2006/relationships/notesSlide"/><Relationship Id="rId1" Target="../slideLayouts/slideLayout2.xml" Type="http://schemas.openxmlformats.org/officeDocument/2006/relationships/slideLayout"/></Relationships>
</file>

<file path=ppt/slides/_rels/slide30.xml.rels><?xml version="1.0" encoding="UTF-8" standalone="yes"?><Relationships xmlns="http://schemas.openxmlformats.org/package/2006/relationships"><Relationship Id="rId2" Target="../notesSlides/notesSlide30.xml" Type="http://schemas.openxmlformats.org/officeDocument/2006/relationships/notesSlide"/><Relationship Id="rId1" Target="../slideLayouts/slideLayout2.xml" Type="http://schemas.openxmlformats.org/officeDocument/2006/relationships/slideLayout"/></Relationships>
</file>

<file path=ppt/slides/_rels/slide31.xml.rels><?xml version="1.0" encoding="UTF-8" standalone="yes"?><Relationships xmlns="http://schemas.openxmlformats.org/package/2006/relationships"><Relationship Id="rId3" Target="../media/image8.png" Type="http://schemas.openxmlformats.org/officeDocument/2006/relationships/image"/><Relationship Id="rId2" Target="../notesSlides/notesSlide31.xml" Type="http://schemas.openxmlformats.org/officeDocument/2006/relationships/notesSlide"/><Relationship Id="rId1" Target="../slideLayouts/slideLayout2.xml" Type="http://schemas.openxmlformats.org/officeDocument/2006/relationships/slideLayout"/></Relationships>
</file>

<file path=ppt/slides/_rels/slide32.xml.rels><?xml version="1.0" encoding="UTF-8" standalone="yes"?><Relationships xmlns="http://schemas.openxmlformats.org/package/2006/relationships"><Relationship Id="rId4" Target="../media/image7.png" Type="http://schemas.openxmlformats.org/officeDocument/2006/relationships/image"/><Relationship Id="rId3" Target="../media/image9.png" Type="http://schemas.openxmlformats.org/officeDocument/2006/relationships/image"/><Relationship Id="rId2" Target="../notesSlides/notesSlide32.xml" Type="http://schemas.openxmlformats.org/officeDocument/2006/relationships/notesSlide"/><Relationship Id="rId1" Target="../slideLayouts/slideLayout2.xml" Type="http://schemas.openxmlformats.org/officeDocument/2006/relationships/slideLayout"/></Relationships>
</file>

<file path=ppt/slides/_rels/slide33.xml.rels><?xml version="1.0" encoding="UTF-8" standalone="yes"?><Relationships xmlns="http://schemas.openxmlformats.org/package/2006/relationships"><Relationship Id="rId2" Target="../notesSlides/notesSlide33.xml" Type="http://schemas.openxmlformats.org/officeDocument/2006/relationships/notesSlide"/><Relationship Id="rId1" Target="../slideLayouts/slideLayout2.xml" Type="http://schemas.openxmlformats.org/officeDocument/2006/relationships/slideLayout"/></Relationships>
</file>

<file path=ppt/slides/_rels/slide34.xml.rels><?xml version="1.0" encoding="UTF-8" standalone="yes"?><Relationships xmlns="http://schemas.openxmlformats.org/package/2006/relationships"><Relationship Id="rId2" Target="../notesSlides/notesSlide34.xml" Type="http://schemas.openxmlformats.org/officeDocument/2006/relationships/notesSlide"/><Relationship Id="rId1" Target="../slideLayouts/slideLayout2.xml" Type="http://schemas.openxmlformats.org/officeDocument/2006/relationships/slideLayout"/></Relationships>
</file>

<file path=ppt/slides/_rels/slide35.xml.rels><?xml version="1.0" encoding="UTF-8" standalone="yes"?><Relationships xmlns="http://schemas.openxmlformats.org/package/2006/relationships"><Relationship Id="rId3" Target="https://docs.google.com/document/d/1fFK1_oi_RfgoNvAyYpdbErEfd6U-_cowh3k2XtmGHng/edit?tab=t.0" TargetMode="External" Type="http://schemas.openxmlformats.org/officeDocument/2006/relationships/hyperlink"/><Relationship Id="rId2" Target="../notesSlides/notesSlide35.xml" Type="http://schemas.openxmlformats.org/officeDocument/2006/relationships/notesSlide"/><Relationship Id="rId1" Target="../slideLayouts/slideLayout2.xml" Type="http://schemas.openxmlformats.org/officeDocument/2006/relationships/slideLayout"/></Relationships>
</file>

<file path=ppt/slides/_rels/slide36.xml.rels><?xml version="1.0" encoding="UTF-8" standalone="yes"?><Relationships xmlns="http://schemas.openxmlformats.org/package/2006/relationships"><Relationship Id="rId2" Target="../notesSlides/notesSlide36.xml" Type="http://schemas.openxmlformats.org/officeDocument/2006/relationships/notesSlide"/><Relationship Id="rId1" Target="../slideLayouts/slideLayout2.xml" Type="http://schemas.openxmlformats.org/officeDocument/2006/relationships/slideLayout"/></Relationships>
</file>

<file path=ppt/slides/_rels/slide37.xml.rels><?xml version="1.0" encoding="UTF-8" standalone="yes"?><Relationships xmlns="http://schemas.openxmlformats.org/package/2006/relationships"><Relationship Id="rId2" Target="../notesSlides/notesSlide37.xml" Type="http://schemas.openxmlformats.org/officeDocument/2006/relationships/notesSlide"/><Relationship Id="rId1" Target="../slideLayouts/slideLayout2.xml" Type="http://schemas.openxmlformats.org/officeDocument/2006/relationships/slideLayout"/></Relationships>
</file>

<file path=ppt/slides/_rels/slide38.xml.rels><?xml version="1.0" encoding="UTF-8" standalone="yes"?><Relationships xmlns="http://schemas.openxmlformats.org/package/2006/relationships"><Relationship Id="rId2" Target="../notesSlides/notesSlide38.xml" Type="http://schemas.openxmlformats.org/officeDocument/2006/relationships/notesSlide"/><Relationship Id="rId1" Target="../slideLayouts/slideLayout2.xml" Type="http://schemas.openxmlformats.org/officeDocument/2006/relationships/slideLayout"/></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
          <p:cNvSpPr txBox="1"/>
          <p:nvPr>
            <p:ph type="ctrTitle"/>
          </p:nvPr>
        </p:nvSpPr>
        <p:spPr>
          <a:xfrm>
            <a:off x="3537150" y="1578400"/>
            <a:ext cx="5017500" cy="15789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4000"/>
              <a:buNone/>
            </a:pPr>
            <a:r>
              <a:rPr altLang="en" lang="en"/>
              <a:t>CPU Presentation</a:t>
            </a:r>
            <a:endParaRPr/>
          </a:p>
        </p:txBody>
      </p:sp>
      <p:sp>
        <p:nvSpPr>
          <p:cNvPr id="135" name="Google Shape;135;p1"/>
          <p:cNvSpPr txBox="1"/>
          <p:nvPr>
            <p:ph idx="1" type="subTitle"/>
          </p:nvPr>
        </p:nvSpPr>
        <p:spPr>
          <a:xfrm>
            <a:off x="3537150" y="3007875"/>
            <a:ext cx="2577000" cy="1096200"/>
          </a:xfrm>
          <a:prstGeom prst="rect">
            <a:avLst/>
          </a:prstGeom>
          <a:noFill/>
          <a:ln>
            <a:noFill/>
          </a:ln>
        </p:spPr>
        <p:txBody>
          <a:bodyPr anchor="t" anchorCtr="0" bIns="91425" lIns="91425" numCol="1" rIns="91425" spcFirstLastPara="1" tIns="91425" wrap="square">
            <a:noAutofit/>
          </a:bodyPr>
          <a:lstStyle/>
          <a:p>
            <a:pPr algn="l" indent="0" lvl="0" marL="0" rtl="0">
              <a:lnSpc>
                <a:spcPct val="100000"/>
              </a:lnSpc>
              <a:spcBef>
                <a:spcPts val="0"/>
              </a:spcBef>
              <a:spcAft>
                <a:spcPts val="0"/>
              </a:spcAft>
              <a:buSzPts val="440"/>
              <a:buNone/>
            </a:pPr>
            <a:r>
              <a:rPr altLang="en" lang="en" sz="1120" u="sng">
                <a:solidFill>
                  <a:schemeClr val="hlink"/>
                </a:solidFill>
                <a:hlinkClick r:id="rId3"/>
              </a:rPr>
              <a:t>Extra Learning</a:t>
            </a:r>
            <a:endParaRPr sz="1120"/>
          </a:p>
          <a:p>
            <a:pPr algn="l" indent="0" lvl="0" marL="0" rtl="0">
              <a:lnSpc>
                <a:spcPct val="100000"/>
              </a:lnSpc>
              <a:spcBef>
                <a:spcPts val="0"/>
              </a:spcBef>
              <a:spcAft>
                <a:spcPts val="0"/>
              </a:spcAft>
              <a:buSzPts val="440"/>
              <a:buNone/>
            </a:pPr>
            <a:r>
              <a:rPr altLang="en" lang="en" sz="1120"/>
              <a:t>I have a copy if necessary.</a:t>
            </a:r>
            <a:endParaRPr sz="1120"/>
          </a:p>
          <a:p>
            <a:pPr algn="l" indent="0" lvl="0" marL="0" rtl="0">
              <a:lnSpc>
                <a:spcPct val="100000"/>
              </a:lnSpc>
              <a:spcBef>
                <a:spcPts val="0"/>
              </a:spcBef>
              <a:spcAft>
                <a:spcPts val="0"/>
              </a:spcAft>
              <a:buSzPts val="440"/>
              <a:buNone/>
            </a:pPr>
            <a:r>
              <a:rPr altLang="en" lang="en" sz="1120" u="sng">
                <a:solidFill>
                  <a:schemeClr val="hlink"/>
                </a:solidFill>
                <a:hlinkClick r:id="rId4"/>
              </a:rPr>
              <a:t>Memory presentation</a:t>
            </a:r>
            <a:endParaRPr sz="1120"/>
          </a:p>
          <a:p>
            <a:pPr algn="l" indent="0" lvl="0" marL="0" rtl="0">
              <a:lnSpc>
                <a:spcPct val="100000"/>
              </a:lnSpc>
              <a:spcBef>
                <a:spcPts val="0"/>
              </a:spcBef>
              <a:spcAft>
                <a:spcPts val="0"/>
              </a:spcAft>
              <a:buSzPts val="440"/>
              <a:buNone/>
            </a:pPr>
            <a:r>
              <a:rPr altLang="en" lang="en" sz="1120" u="sng">
                <a:solidFill>
                  <a:schemeClr val="hlink"/>
                </a:solidFill>
                <a:hlinkClick r:id="rId5"/>
              </a:rPr>
              <a:t>Google form questions</a:t>
            </a:r>
            <a:endParaRPr sz="1120"/>
          </a:p>
          <a:p>
            <a:pPr algn="l" indent="0" lvl="0" marL="0" rtl="0">
              <a:lnSpc>
                <a:spcPct val="100000"/>
              </a:lnSpc>
              <a:spcBef>
                <a:spcPts val="0"/>
              </a:spcBef>
              <a:spcAft>
                <a:spcPts val="0"/>
              </a:spcAft>
              <a:buSzPts val="440"/>
              <a:buNone/>
            </a:pPr>
            <a:r>
              <a:rPr altLang="en" lang="en" sz="1120" u="sng">
                <a:solidFill>
                  <a:schemeClr val="hlink"/>
                </a:solidFill>
                <a:hlinkClick r:id="rId6"/>
              </a:rPr>
              <a:t>Gpu presentation</a:t>
            </a:r>
            <a:endParaRPr sz="1120"/>
          </a:p>
          <a:p>
            <a:pPr algn="l" indent="0" lvl="0" marL="0" rtl="0">
              <a:lnSpc>
                <a:spcPct val="100000"/>
              </a:lnSpc>
              <a:spcBef>
                <a:spcPts val="0"/>
              </a:spcBef>
              <a:spcAft>
                <a:spcPts val="0"/>
              </a:spcAft>
              <a:buSzPts val="440"/>
              <a:buNone/>
            </a:pPr>
            <a:r>
              <a:rPr altLang="en" lang="en" sz="1120" u="sng">
                <a:solidFill>
                  <a:schemeClr val="hlink"/>
                </a:solidFill>
                <a:hlinkClick r:id="rId7"/>
              </a:rPr>
              <a:t>Git tutorial</a:t>
            </a:r>
            <a:endParaRPr sz="1120"/>
          </a:p>
          <a:p>
            <a:pPr algn="l" indent="0" lvl="0" marL="0" rtl="0">
              <a:lnSpc>
                <a:spcPct val="100000"/>
              </a:lnSpc>
              <a:spcBef>
                <a:spcPts val="0"/>
              </a:spcBef>
              <a:spcAft>
                <a:spcPts val="0"/>
              </a:spcAft>
              <a:buSzPts val="440"/>
              <a:buNone/>
            </a:pPr>
            <a:r>
              <a:rPr altLang="en" lang="en" sz="1120" u="sng">
                <a:solidFill>
                  <a:schemeClr val="hlink"/>
                </a:solidFill>
                <a:hlinkClick r:id="rId8"/>
              </a:rPr>
              <a:t>OS document</a:t>
            </a:r>
            <a:endParaRPr sz="1120"/>
          </a:p>
          <a:p>
            <a:pPr algn="l" indent="0" lvl="0" marL="0" rtl="0">
              <a:lnSpc>
                <a:spcPct val="100000"/>
              </a:lnSpc>
              <a:spcBef>
                <a:spcPts val="0"/>
              </a:spcBef>
              <a:spcAft>
                <a:spcPts val="0"/>
              </a:spcAft>
              <a:buSzPts val="440"/>
              <a:buNone/>
            </a:pPr>
            <a:r>
              <a:t/>
            </a:r>
            <a:endParaRPr sz="1120"/>
          </a:p>
          <a:p>
            <a:pPr algn="l" indent="0" lvl="0" marL="0" rtl="0">
              <a:lnSpc>
                <a:spcPct val="100000"/>
              </a:lnSpc>
              <a:spcBef>
                <a:spcPts val="0"/>
              </a:spcBef>
              <a:spcAft>
                <a:spcPts val="0"/>
              </a:spcAft>
              <a:buSzPts val="440"/>
              <a:buNone/>
            </a:pPr>
            <a:r>
              <a:t/>
            </a:r>
            <a:endParaRPr sz="1120"/>
          </a:p>
          <a:p>
            <a:pPr algn="l" indent="0" lvl="0" marL="0" rtl="0">
              <a:lnSpc>
                <a:spcPct val="100000"/>
              </a:lnSpc>
              <a:spcBef>
                <a:spcPts val="0"/>
              </a:spcBef>
              <a:spcAft>
                <a:spcPts val="0"/>
              </a:spcAft>
              <a:buSzPts val="440"/>
              <a:buNone/>
            </a:pPr>
            <a:r>
              <a:t/>
            </a:r>
            <a:endParaRPr sz="1120"/>
          </a:p>
          <a:p>
            <a:pPr algn="l" indent="0" lvl="0" marL="0" rtl="0">
              <a:lnSpc>
                <a:spcPct val="100000"/>
              </a:lnSpc>
              <a:spcBef>
                <a:spcPts val="0"/>
              </a:spcBef>
              <a:spcAft>
                <a:spcPts val="0"/>
              </a:spcAft>
              <a:buSzPts val="440"/>
              <a:buNone/>
            </a:pPr>
            <a:r>
              <a:t/>
            </a:r>
            <a:endParaRPr sz="112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Hardware interaction</a:t>
            </a:r>
            <a:endParaRPr/>
          </a:p>
        </p:txBody>
      </p:sp>
      <p:sp>
        <p:nvSpPr>
          <p:cNvPr id="141" name="Google Shape;141;p2"/>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The reality is that when you want to make a computer faster at a certain specific task then you can reliably assume that designing the hardware to be optimized specifically for your need it will be faster than if you just implemented it with software. For that reason the OS and the hardware interact with each other in specific ways to speed up certain necessary algorithms such as threading and other things.</a:t>
            </a:r>
            <a:endParaRPr/>
          </a:p>
          <a:p>
            <a:pPr algn="l" indent="0" lvl="0" marL="0" rtl="0">
              <a:lnSpc>
                <a:spcPct val="115000"/>
              </a:lnSpc>
              <a:spcBef>
                <a:spcPts val="1200"/>
              </a:spcBef>
              <a:spcAft>
                <a:spcPts val="1200"/>
              </a:spcAft>
              <a:buSzPts val="1300"/>
              <a:buNone/>
            </a:pPr>
            <a:r>
              <a:rPr altLang="en" lang="en"/>
              <a:t>TPU (tensor processing unit) A processor built specifically for handling tensors which are common in AI-&gt;</a:t>
            </a:r>
            <a:endParaRPr/>
          </a:p>
        </p:txBody>
      </p:sp>
      <p:pic>
        <p:nvPicPr>
          <p:cNvPr id="142" name="Google Shape;142;p2"/>
          <p:cNvPicPr preferRelativeResize="0"/>
          <p:nvPr/>
        </p:nvPicPr>
        <p:blipFill rotWithShape="1">
          <a:blip r:embed="rId3">
            <a:alphaModFix/>
          </a:blip>
          <a:srcRect b="0" l="0" r="0" t="0"/>
          <a:stretch/>
        </p:blipFill>
        <p:spPr>
          <a:xfrm>
            <a:off x="3660638" y="3235350"/>
            <a:ext cx="2200275" cy="1409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3"/>
          <p:cNvSpPr txBox="1"/>
          <p:nvPr>
            <p:ph type="title"/>
          </p:nvPr>
        </p:nvSpPr>
        <p:spPr>
          <a:xfrm>
            <a:off x="1297500" y="393750"/>
            <a:ext cx="7038900" cy="6450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Operating System</a:t>
            </a:r>
            <a:endParaRPr/>
          </a:p>
        </p:txBody>
      </p:sp>
      <p:sp>
        <p:nvSpPr>
          <p:cNvPr id="148" name="Google Shape;148;p3"/>
          <p:cNvSpPr txBox="1"/>
          <p:nvPr>
            <p:ph idx="1" type="body"/>
          </p:nvPr>
        </p:nvSpPr>
        <p:spPr>
          <a:xfrm>
            <a:off x="1297500" y="1038825"/>
            <a:ext cx="7038900" cy="3734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An Operating System(OS) is the software that handles your essential functions of your computer. After the computer has run through its essential booting (Powering on the computer and running the POST test) the OS is loaded and is run until the computer is turned off. </a:t>
            </a:r>
            <a:endParaRPr/>
          </a:p>
          <a:p>
            <a:pPr algn="l" indent="0" lvl="0" marL="0" rtl="0">
              <a:lnSpc>
                <a:spcPct val="115000"/>
              </a:lnSpc>
              <a:spcBef>
                <a:spcPts val="1200"/>
              </a:spcBef>
              <a:spcAft>
                <a:spcPts val="0"/>
              </a:spcAft>
              <a:buSzPts val="1300"/>
              <a:buNone/>
            </a:pPr>
            <a:r>
              <a:rPr altLang="en" lang="en"/>
              <a:t>The main part of the operating system is the kernel. The kernel is responsible for most of the absolutely essential functions the operating system handles.</a:t>
            </a:r>
            <a:endParaRPr/>
          </a:p>
          <a:p>
            <a:pPr algn="l" indent="0" lvl="0" marL="0" rtl="0">
              <a:lnSpc>
                <a:spcPct val="115000"/>
              </a:lnSpc>
              <a:spcBef>
                <a:spcPts val="1200"/>
              </a:spcBef>
              <a:spcAft>
                <a:spcPts val="0"/>
              </a:spcAft>
              <a:buSzPts val="1300"/>
              <a:buNone/>
            </a:pPr>
            <a:r>
              <a:rPr altLang="en" lang="en"/>
              <a:t>There are three main functionalities of an operating system. The first is to handle all instances of code that your computer wants to run. The second is handling specific hardware constructs to speed up the running of said code. The third involves all things related to files. </a:t>
            </a:r>
            <a:endParaRPr/>
          </a:p>
          <a:p>
            <a:pPr algn="l" indent="0" lvl="0" marL="0" rtl="0">
              <a:lnSpc>
                <a:spcPct val="115000"/>
              </a:lnSpc>
              <a:spcBef>
                <a:spcPts val="1200"/>
              </a:spcBef>
              <a:spcAft>
                <a:spcPts val="0"/>
              </a:spcAft>
              <a:buSzPts val="1300"/>
              <a:buNone/>
            </a:pPr>
            <a:r>
              <a:rPr altLang="en" lang="en"/>
              <a:t>A simple way to use an os is to let the hardware speak for itself. What that means is that you let the os tell the cpu what block of code to run and then let it run it. The way it does that is through processes.</a:t>
            </a:r>
            <a:endParaRPr/>
          </a:p>
          <a:p>
            <a:pPr algn="l" indent="0" lvl="0" marL="0" rtl="0">
              <a:lnSpc>
                <a:spcPct val="115000"/>
              </a:lnSpc>
              <a:spcBef>
                <a:spcPts val="1200"/>
              </a:spcBef>
              <a:spcAft>
                <a:spcPts val="1200"/>
              </a:spcAft>
              <a:buSzPts val="1300"/>
              <a:buNone/>
            </a:pPr>
            <a:r>
              <a:rPr altLang="en" b="1" lang="en" u="sng"/>
              <a:t>Do note there are more way a computer can be architected.</a:t>
            </a:r>
            <a:endParaRPr b="1" u="sng"/>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4"/>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Processes</a:t>
            </a:r>
            <a:endParaRPr/>
          </a:p>
        </p:txBody>
      </p:sp>
      <p:sp>
        <p:nvSpPr>
          <p:cNvPr id="154" name="Google Shape;154;p4"/>
          <p:cNvSpPr txBox="1"/>
          <p:nvPr>
            <p:ph idx="1" type="body"/>
          </p:nvPr>
        </p:nvSpPr>
        <p:spPr>
          <a:xfrm>
            <a:off x="1297500" y="11957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u="sng"/>
              <a:t>A process is an instance of a program. </a:t>
            </a:r>
            <a:endParaRPr u="sng"/>
          </a:p>
          <a:p>
            <a:pPr algn="l" indent="0" lvl="0" marL="0" rtl="0">
              <a:lnSpc>
                <a:spcPct val="115000"/>
              </a:lnSpc>
              <a:spcBef>
                <a:spcPts val="1200"/>
              </a:spcBef>
              <a:spcAft>
                <a:spcPts val="0"/>
              </a:spcAft>
              <a:buSzPts val="1300"/>
              <a:buNone/>
            </a:pPr>
            <a:r>
              <a:rPr altLang="en" lang="en"/>
              <a:t>A program is a collection of executable files (sometimes .exe, sometimes others) that make up anything software on your computer from a browser, to an antivirus software, to a flight simulator. </a:t>
            </a:r>
            <a:endParaRPr/>
          </a:p>
          <a:p>
            <a:pPr algn="l" indent="0" lvl="0" marL="0" rtl="0">
              <a:lnSpc>
                <a:spcPct val="115000"/>
              </a:lnSpc>
              <a:spcBef>
                <a:spcPts val="1200"/>
              </a:spcBef>
              <a:spcAft>
                <a:spcPts val="1200"/>
              </a:spcAft>
              <a:buSzPts val="1300"/>
              <a:buNone/>
            </a:pPr>
            <a:r>
              <a:rPr altLang="en" lang="en"/>
              <a:t>A program is a memory element until it is called upon. When that happens, it turns into a process which is like a memory element that is being used. Processes are os managed and come with a bunch of necessary elements that are built into a process control block(pcb). You can think of a process control block as a data structure that holds a list of necessary information for a 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Process sections/pages</a:t>
            </a:r>
            <a:endParaRPr/>
          </a:p>
        </p:txBody>
      </p:sp>
      <p:sp>
        <p:nvSpPr>
          <p:cNvPr id="160" name="Google Shape;160;p5"/>
          <p:cNvSpPr txBox="1"/>
          <p:nvPr>
            <p:ph idx="1" type="body"/>
          </p:nvPr>
        </p:nvSpPr>
        <p:spPr>
          <a:xfrm>
            <a:off x="1093225" y="393750"/>
            <a:ext cx="6075600" cy="2911200"/>
          </a:xfrm>
          <a:prstGeom prst="rect">
            <a:avLst/>
          </a:prstGeom>
          <a:noFill/>
          <a:ln>
            <a:noFill/>
          </a:ln>
        </p:spPr>
        <p:txBody>
          <a:bodyPr anchor="t" anchorCtr="0" bIns="91425" lIns="91425" numCol="1" rIns="91425" spcFirstLastPara="1" tIns="91425" wrap="square">
            <a:normAutofit lnSpcReduction="20000"/>
          </a:bodyPr>
          <a:lstStyle/>
          <a:p>
            <a:pPr algn="l" indent="0" lvl="0" marL="0" rtl="0">
              <a:lnSpc>
                <a:spcPct val="115000"/>
              </a:lnSpc>
              <a:spcBef>
                <a:spcPts val="0"/>
              </a:spcBef>
              <a:spcAft>
                <a:spcPts val="0"/>
              </a:spcAft>
              <a:buSzPts val="1300"/>
              <a:buNone/>
            </a:pPr>
            <a:r>
              <a:t/>
            </a:r>
            <a:endParaRPr/>
          </a:p>
          <a:p>
            <a:pPr algn="l" indent="0" lvl="0" marL="0" rtl="0">
              <a:lnSpc>
                <a:spcPct val="115000"/>
              </a:lnSpc>
              <a:spcBef>
                <a:spcPts val="1200"/>
              </a:spcBef>
              <a:spcAft>
                <a:spcPts val="0"/>
              </a:spcAft>
              <a:buSzPts val="1300"/>
              <a:buNone/>
            </a:pPr>
            <a:r>
              <a:t/>
            </a:r>
            <a:endParaRPr/>
          </a:p>
          <a:p>
            <a:pPr algn="l" indent="0" lvl="0" marL="0" rtl="0">
              <a:lnSpc>
                <a:spcPct val="115000"/>
              </a:lnSpc>
              <a:spcBef>
                <a:spcPts val="1200"/>
              </a:spcBef>
              <a:spcAft>
                <a:spcPts val="0"/>
              </a:spcAft>
              <a:buSzPts val="1300"/>
              <a:buNone/>
            </a:pPr>
            <a:r>
              <a:t/>
            </a:r>
            <a:endParaRPr/>
          </a:p>
          <a:p>
            <a:pPr algn="l" indent="0" lvl="0" marL="0" rtl="0">
              <a:lnSpc>
                <a:spcPct val="115000"/>
              </a:lnSpc>
              <a:spcBef>
                <a:spcPts val="1200"/>
              </a:spcBef>
              <a:spcAft>
                <a:spcPts val="1200"/>
              </a:spcAft>
              <a:buSzPts val="1300"/>
              <a:buNone/>
            </a:pPr>
            <a:r>
              <a:rPr altLang="en" lang="en"/>
              <a:t>Pages are stored in page tables, page tables are tables of all the pages with their memory locations on the RAM/ROM. Pages are usually divided up into sections for variables, heap, stack, and the actual code. Divisions like this make it easy to separate out all the code over memory so they don't have to be 1 continuous block. This is called non-contiguous memory space. Sometimes a process can be stored on physical memory, like RAM, and needs Virtual memory on the hard drive. The Virtual memory (or VM) is controlled by the OS, make sure you remember the distinction.</a:t>
            </a:r>
            <a:endParaRPr sz="1600"/>
          </a:p>
        </p:txBody>
      </p:sp>
      <p:pic>
        <p:nvPicPr>
          <p:cNvPr id="161" name="Google Shape;161;p5"/>
          <p:cNvPicPr preferRelativeResize="0"/>
          <p:nvPr/>
        </p:nvPicPr>
        <p:blipFill rotWithShape="1">
          <a:blip r:embed="rId4">
            <a:alphaModFix/>
          </a:blip>
          <a:srcRect b="0" l="0" r="0" t="0"/>
          <a:stretch/>
        </p:blipFill>
        <p:spPr>
          <a:xfrm>
            <a:off x="5648350" y="3092550"/>
            <a:ext cx="3495650" cy="19501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Process Life </a:t>
            </a:r>
            <a:endParaRPr/>
          </a:p>
        </p:txBody>
      </p:sp>
      <p:sp>
        <p:nvSpPr>
          <p:cNvPr id="167" name="Google Shape;167;p6"/>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An OS evaluates processes based on how they can be scheduled via lifecycles. A typical 5 stage starts with a process being loaded into memory. This is called the “new” state.</a:t>
            </a:r>
            <a:endParaRPr/>
          </a:p>
          <a:p>
            <a:pPr algn="l" indent="0" lvl="0" marL="0" rtl="0">
              <a:lnSpc>
                <a:spcPct val="115000"/>
              </a:lnSpc>
              <a:spcBef>
                <a:spcPts val="1200"/>
              </a:spcBef>
              <a:spcAft>
                <a:spcPts val="0"/>
              </a:spcAft>
              <a:buSzPts val="1300"/>
              <a:buNone/>
            </a:pPr>
            <a:r>
              <a:rPr altLang="en" lang="en"/>
              <a:t>In this state a pcb, process control block, is created. A pcb can be thought of as a list of essential information that needs to be created.</a:t>
            </a:r>
            <a:endParaRPr/>
          </a:p>
          <a:p>
            <a:pPr algn="l" indent="0" lvl="0" marL="0" rtl="0">
              <a:lnSpc>
                <a:spcPct val="115000"/>
              </a:lnSpc>
              <a:spcBef>
                <a:spcPts val="1200"/>
              </a:spcBef>
              <a:spcAft>
                <a:spcPts val="0"/>
              </a:spcAft>
              <a:buSzPts val="1300"/>
              <a:buNone/>
            </a:pPr>
            <a:r>
              <a:rPr altLang="en" lang="en"/>
              <a:t>When the process is loaded into memory it changes to the “ready” state. In this state the process is ready to be run at a moments notice. </a:t>
            </a:r>
            <a:endParaRPr/>
          </a:p>
          <a:p>
            <a:pPr algn="l" indent="0" lvl="0" marL="0" rtl="0">
              <a:lnSpc>
                <a:spcPct val="115000"/>
              </a:lnSpc>
              <a:spcBef>
                <a:spcPts val="1200"/>
              </a:spcBef>
              <a:spcAft>
                <a:spcPts val="1200"/>
              </a:spcAft>
              <a:buSzPts val="1300"/>
              <a:buNone/>
            </a:pPr>
            <a:r>
              <a:rPr altLang="en" b="1" lang="en" u="sng"/>
              <a:t>There are not always the same number of stages on every os. They match the case you are using them for.</a:t>
            </a:r>
            <a:endParaRPr u="sng"/>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7"/>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Process Life Ext.</a:t>
            </a:r>
            <a:endParaRPr/>
          </a:p>
        </p:txBody>
      </p:sp>
      <p:sp>
        <p:nvSpPr>
          <p:cNvPr id="173" name="Google Shape;173;p7"/>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Clr>
                <a:schemeClr val="dk1"/>
              </a:buClr>
              <a:buSzPts val="1100"/>
              <a:buFont typeface="Arial"/>
              <a:buNone/>
            </a:pPr>
            <a:r>
              <a:rPr altLang="en" lang="en"/>
              <a:t>A process changes into the running state when the process begins being executed by the cpu. </a:t>
            </a:r>
            <a:endParaRPr/>
          </a:p>
          <a:p>
            <a:pPr algn="l" indent="0" lvl="0" marL="0" rtl="0">
              <a:lnSpc>
                <a:spcPct val="115000"/>
              </a:lnSpc>
              <a:spcBef>
                <a:spcPts val="1200"/>
              </a:spcBef>
              <a:spcAft>
                <a:spcPts val="0"/>
              </a:spcAft>
              <a:buSzPts val="1300"/>
              <a:buNone/>
            </a:pPr>
            <a:r>
              <a:rPr altLang="en" lang="en"/>
              <a:t>Sometimes a process runs into an instruction that requires information that is not already in any of the processes memory segments.  When this happens a process requests extra information and the process goes into the blocked state.</a:t>
            </a:r>
            <a:endParaRPr/>
          </a:p>
          <a:p>
            <a:pPr algn="l" indent="0" lvl="0" marL="0" rtl="0">
              <a:lnSpc>
                <a:spcPct val="115000"/>
              </a:lnSpc>
              <a:spcBef>
                <a:spcPts val="1200"/>
              </a:spcBef>
              <a:spcAft>
                <a:spcPts val="0"/>
              </a:spcAft>
              <a:buSzPts val="1300"/>
              <a:buNone/>
            </a:pPr>
            <a:r>
              <a:rPr altLang="en" lang="en"/>
              <a:t>When the process finishes running then it turns to the “terminated state”.  </a:t>
            </a:r>
            <a:endParaRPr/>
          </a:p>
          <a:p>
            <a:pPr algn="l" indent="0" lvl="0" marL="0" rtl="0">
              <a:lnSpc>
                <a:spcPct val="115000"/>
              </a:lnSpc>
              <a:spcBef>
                <a:spcPts val="1200"/>
              </a:spcBef>
              <a:spcAft>
                <a:spcPts val="1200"/>
              </a:spcAft>
              <a:buSzPts val="1300"/>
              <a:buNone/>
            </a:pPr>
            <a:r>
              <a:rPr altLang="en" b="1" lang="en" u="sng"/>
              <a:t>There are not always the same number of stages on every os. They match the case you are using them for.</a:t>
            </a:r>
            <a:endParaRPr u="sng"/>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8"/>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Process Scheduling</a:t>
            </a:r>
            <a:endParaRPr/>
          </a:p>
        </p:txBody>
      </p:sp>
      <p:sp>
        <p:nvSpPr>
          <p:cNvPr id="179" name="Google Shape;179;p8"/>
          <p:cNvSpPr txBox="1"/>
          <p:nvPr>
            <p:ph idx="1" type="body"/>
          </p:nvPr>
        </p:nvSpPr>
        <p:spPr>
          <a:xfrm>
            <a:off x="1297500" y="1536300"/>
            <a:ext cx="6944400" cy="3159600"/>
          </a:xfrm>
          <a:prstGeom prst="rect">
            <a:avLst/>
          </a:prstGeom>
          <a:noFill/>
          <a:ln>
            <a:noFill/>
          </a:ln>
        </p:spPr>
        <p:txBody>
          <a:bodyPr anchor="t" anchorCtr="0" bIns="91425" lIns="91425" numCol="1" rIns="91425" spcFirstLastPara="1" tIns="91425" wrap="square">
            <a:normAutofit lnSpcReduction="20000"/>
          </a:bodyPr>
          <a:lstStyle/>
          <a:p>
            <a:pPr algn="l" indent="0" lvl="0" marL="0" rtl="0">
              <a:lnSpc>
                <a:spcPct val="115000"/>
              </a:lnSpc>
              <a:spcBef>
                <a:spcPts val="0"/>
              </a:spcBef>
              <a:spcAft>
                <a:spcPts val="0"/>
              </a:spcAft>
              <a:buSzPts val="1300"/>
              <a:buNone/>
            </a:pPr>
            <a:r>
              <a:rPr altLang="en" lang="en"/>
              <a:t>The process of choosing which process to run is called process scheduling. There are two subtypes of scheduling. </a:t>
            </a:r>
            <a:endParaRPr/>
          </a:p>
          <a:p>
            <a:pPr algn="l" indent="0" lvl="0" marL="0" rtl="0">
              <a:lnSpc>
                <a:spcPct val="115000"/>
              </a:lnSpc>
              <a:spcBef>
                <a:spcPts val="1200"/>
              </a:spcBef>
              <a:spcAft>
                <a:spcPts val="0"/>
              </a:spcAft>
              <a:buSzPts val="1300"/>
              <a:buNone/>
            </a:pPr>
            <a:r>
              <a:rPr altLang="en" lang="en"/>
              <a:t>Non preemptive scheduling is a method in </a:t>
            </a:r>
            <a:r>
              <a:rPr altLang="en" lang="en"/>
              <a:t>which</a:t>
            </a:r>
            <a:r>
              <a:rPr altLang="en" lang="en"/>
              <a:t> the CPU allows a </a:t>
            </a:r>
            <a:r>
              <a:rPr altLang="en" lang="en"/>
              <a:t>process</a:t>
            </a:r>
            <a:r>
              <a:rPr altLang="en" lang="en"/>
              <a:t> to fully </a:t>
            </a:r>
            <a:r>
              <a:rPr altLang="en" lang="en"/>
              <a:t>complete</a:t>
            </a:r>
            <a:r>
              <a:rPr altLang="en" lang="en"/>
              <a:t> </a:t>
            </a:r>
            <a:r>
              <a:rPr altLang="en" lang="en"/>
              <a:t>itself</a:t>
            </a:r>
            <a:r>
              <a:rPr altLang="en" lang="en"/>
              <a:t> while on the CPU. This includes waiting for I/O. This method is </a:t>
            </a:r>
            <a:r>
              <a:rPr altLang="en" lang="en"/>
              <a:t>extremely</a:t>
            </a:r>
            <a:r>
              <a:rPr altLang="en" lang="en"/>
              <a:t> slow, </a:t>
            </a:r>
            <a:r>
              <a:rPr altLang="en" lang="en"/>
              <a:t>inefficient</a:t>
            </a:r>
            <a:r>
              <a:rPr altLang="en" lang="en"/>
              <a:t>, and can lead to serious security problems such as malware </a:t>
            </a:r>
            <a:r>
              <a:rPr altLang="en" lang="en"/>
              <a:t>taking up</a:t>
            </a:r>
            <a:r>
              <a:rPr altLang="en" lang="en"/>
              <a:t> the CPU for extended time.</a:t>
            </a:r>
            <a:endParaRPr/>
          </a:p>
          <a:p>
            <a:pPr algn="l" indent="0" lvl="0" marL="0" rtl="0">
              <a:lnSpc>
                <a:spcPct val="115000"/>
              </a:lnSpc>
              <a:spcBef>
                <a:spcPts val="1200"/>
              </a:spcBef>
              <a:spcAft>
                <a:spcPts val="1200"/>
              </a:spcAft>
              <a:buSzPts val="1300"/>
              <a:buNone/>
            </a:pPr>
            <a:r>
              <a:rPr altLang="en" lang="en"/>
              <a:t>Preemptive</a:t>
            </a:r>
            <a:r>
              <a:rPr altLang="en" lang="en"/>
              <a:t> scheduling allows the CPU to switch between different </a:t>
            </a:r>
            <a:r>
              <a:rPr altLang="en" lang="en"/>
              <a:t>processes</a:t>
            </a:r>
            <a:r>
              <a:rPr altLang="en" lang="en"/>
              <a:t>, making sure a security problem such as in non preemptive </a:t>
            </a:r>
            <a:r>
              <a:rPr altLang="en" lang="en"/>
              <a:t>scheduling</a:t>
            </a:r>
            <a:r>
              <a:rPr altLang="en" lang="en"/>
              <a:t> </a:t>
            </a:r>
            <a:r>
              <a:rPr altLang="en" lang="en"/>
              <a:t>won't</a:t>
            </a:r>
            <a:r>
              <a:rPr altLang="en" lang="en"/>
              <a:t> happen. When a </a:t>
            </a:r>
            <a:r>
              <a:rPr altLang="en" lang="en"/>
              <a:t>process</a:t>
            </a:r>
            <a:r>
              <a:rPr altLang="en" lang="en"/>
              <a:t> is ran on the CPU, a special </a:t>
            </a:r>
            <a:r>
              <a:rPr altLang="en" lang="en"/>
              <a:t>timer</a:t>
            </a:r>
            <a:r>
              <a:rPr altLang="en" lang="en"/>
              <a:t> starts counting, and if it reaches a </a:t>
            </a:r>
            <a:r>
              <a:rPr altLang="en" lang="en"/>
              <a:t>certain</a:t>
            </a:r>
            <a:r>
              <a:rPr altLang="en" lang="en"/>
              <a:t> value without the </a:t>
            </a:r>
            <a:r>
              <a:rPr altLang="en" lang="en"/>
              <a:t>process</a:t>
            </a:r>
            <a:r>
              <a:rPr altLang="en" lang="en"/>
              <a:t> needing I/O or other </a:t>
            </a:r>
            <a:r>
              <a:rPr altLang="en" lang="en"/>
              <a:t>interrupts</a:t>
            </a:r>
            <a:r>
              <a:rPr altLang="en" lang="en"/>
              <a:t>, then the </a:t>
            </a:r>
            <a:r>
              <a:rPr altLang="en" lang="en"/>
              <a:t>process</a:t>
            </a:r>
            <a:r>
              <a:rPr altLang="en" lang="en"/>
              <a:t> has its state saved to its allocated memory, and a new </a:t>
            </a:r>
            <a:r>
              <a:rPr altLang="en" lang="en"/>
              <a:t>process</a:t>
            </a:r>
            <a:r>
              <a:rPr altLang="en" lang="en"/>
              <a:t> is ran. If a </a:t>
            </a:r>
            <a:r>
              <a:rPr altLang="en" lang="en"/>
              <a:t>process</a:t>
            </a:r>
            <a:r>
              <a:rPr altLang="en" lang="en"/>
              <a:t> does require I/O before the timer </a:t>
            </a:r>
            <a:r>
              <a:rPr altLang="en" lang="en"/>
              <a:t>reaches</a:t>
            </a:r>
            <a:r>
              <a:rPr altLang="en" lang="en"/>
              <a:t> its value, then the </a:t>
            </a:r>
            <a:r>
              <a:rPr altLang="en" lang="en"/>
              <a:t>process</a:t>
            </a:r>
            <a:r>
              <a:rPr altLang="en" lang="en"/>
              <a:t> is saved while waiting for the I/O, and a new </a:t>
            </a:r>
            <a:r>
              <a:rPr altLang="en" lang="en"/>
              <a:t>process</a:t>
            </a:r>
            <a:r>
              <a:rPr altLang="en" lang="en"/>
              <a:t> takes time on the CPU. This allows for your CPU to constantly be working with as little breaks as possible.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9"/>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Process Scheduling factors</a:t>
            </a:r>
            <a:endParaRPr/>
          </a:p>
        </p:txBody>
      </p:sp>
      <p:sp>
        <p:nvSpPr>
          <p:cNvPr id="185" name="Google Shape;185;p9"/>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The CPU has many many processes that are all trying to use the CPU, se we need to manage them and put them on a schedule.</a:t>
            </a:r>
            <a:endParaRPr/>
          </a:p>
          <a:p>
            <a:pPr algn="l" indent="0" lvl="0" marL="0" rtl="0">
              <a:lnSpc>
                <a:spcPct val="115000"/>
              </a:lnSpc>
              <a:spcBef>
                <a:spcPts val="1200"/>
              </a:spcBef>
              <a:spcAft>
                <a:spcPts val="0"/>
              </a:spcAft>
              <a:buSzPts val="1300"/>
              <a:buNone/>
            </a:pPr>
            <a:r>
              <a:rPr altLang="en" lang="en"/>
              <a:t>The factors to consider when making a schedule are:</a:t>
            </a:r>
            <a:endParaRPr/>
          </a:p>
          <a:p>
            <a:pPr algn="l" indent="0" lvl="0" marL="0" rtl="0">
              <a:lnSpc>
                <a:spcPct val="115000"/>
              </a:lnSpc>
              <a:spcBef>
                <a:spcPts val="1200"/>
              </a:spcBef>
              <a:spcAft>
                <a:spcPts val="0"/>
              </a:spcAft>
              <a:buSzPts val="1300"/>
              <a:buNone/>
            </a:pPr>
            <a:r>
              <a:rPr altLang="en" lang="en"/>
              <a:t>Arrival time: When will the process arrive to  use the CPU (the ready queue)?</a:t>
            </a:r>
            <a:endParaRPr/>
          </a:p>
          <a:p>
            <a:pPr algn="l" indent="0" lvl="0" marL="0" rtl="0">
              <a:lnSpc>
                <a:spcPct val="115000"/>
              </a:lnSpc>
              <a:spcBef>
                <a:spcPts val="1200"/>
              </a:spcBef>
              <a:spcAft>
                <a:spcPts val="0"/>
              </a:spcAft>
              <a:buSzPts val="1300"/>
              <a:buNone/>
            </a:pPr>
            <a:r>
              <a:rPr altLang="en" lang="en"/>
              <a:t>Completion time: How long until that process completes?</a:t>
            </a:r>
            <a:endParaRPr/>
          </a:p>
          <a:p>
            <a:pPr algn="l" indent="0" lvl="0" marL="0" rtl="0">
              <a:lnSpc>
                <a:spcPct val="115000"/>
              </a:lnSpc>
              <a:spcBef>
                <a:spcPts val="1200"/>
              </a:spcBef>
              <a:spcAft>
                <a:spcPts val="0"/>
              </a:spcAft>
              <a:buSzPts val="1300"/>
              <a:buNone/>
            </a:pPr>
            <a:r>
              <a:rPr altLang="en" lang="en"/>
              <a:t>Burst time: The time required by a process for the CPU.</a:t>
            </a:r>
            <a:endParaRPr/>
          </a:p>
          <a:p>
            <a:pPr algn="l" indent="0" lvl="0" marL="0" rtl="0">
              <a:lnSpc>
                <a:spcPct val="115000"/>
              </a:lnSpc>
              <a:spcBef>
                <a:spcPts val="1200"/>
              </a:spcBef>
              <a:spcAft>
                <a:spcPts val="0"/>
              </a:spcAft>
              <a:buSzPts val="1300"/>
              <a:buNone/>
            </a:pPr>
            <a:r>
              <a:rPr altLang="en" lang="en"/>
              <a:t>Turn around Time: The time completion and arrival time.</a:t>
            </a:r>
            <a:endParaRPr/>
          </a:p>
          <a:p>
            <a:pPr algn="l" indent="0" lvl="0" marL="0" rtl="0">
              <a:lnSpc>
                <a:spcPct val="115000"/>
              </a:lnSpc>
              <a:spcBef>
                <a:spcPts val="1200"/>
              </a:spcBef>
              <a:spcAft>
                <a:spcPts val="1200"/>
              </a:spcAft>
              <a:buSzPts val="1300"/>
              <a:buNone/>
            </a:pPr>
            <a:r>
              <a:rPr altLang="en" lang="en"/>
              <a:t>Waiting Time: The time between Turnaround and Burst.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Process scheduling factors</a:t>
            </a:r>
            <a:endParaRPr/>
          </a:p>
        </p:txBody>
      </p:sp>
      <p:sp>
        <p:nvSpPr>
          <p:cNvPr id="191" name="Google Shape;191;p10"/>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When we create our algorithm, our goal is to keep the CPU busy at all time. This is called CPU Utilization.</a:t>
            </a:r>
            <a:endParaRPr/>
          </a:p>
          <a:p>
            <a:pPr algn="l" indent="0" lvl="0" marL="0" rtl="0">
              <a:lnSpc>
                <a:spcPct val="115000"/>
              </a:lnSpc>
              <a:spcBef>
                <a:spcPts val="1200"/>
              </a:spcBef>
              <a:spcAft>
                <a:spcPts val="0"/>
              </a:spcAft>
              <a:buSzPts val="1300"/>
              <a:buNone/>
            </a:pPr>
            <a:r>
              <a:rPr altLang="en" lang="en"/>
              <a:t>Another factor to consider here is Throughput, or, the average amount of processes the CPU can complete within 1 unit of time.</a:t>
            </a:r>
            <a:endParaRPr/>
          </a:p>
          <a:p>
            <a:pPr algn="l" indent="0" lvl="0" marL="0" rtl="0">
              <a:lnSpc>
                <a:spcPct val="115000"/>
              </a:lnSpc>
              <a:spcBef>
                <a:spcPts val="1200"/>
              </a:spcBef>
              <a:spcAft>
                <a:spcPts val="0"/>
              </a:spcAft>
              <a:buSzPts val="1300"/>
              <a:buNone/>
            </a:pPr>
            <a:r>
              <a:rPr altLang="en" lang="en"/>
              <a:t>Furthermore, Waiting time. The algorithm  hast to minimize each processes time waiting in the ready queue.</a:t>
            </a:r>
            <a:endParaRPr/>
          </a:p>
          <a:p>
            <a:pPr algn="l" indent="0" lvl="0" marL="0" rtl="0">
              <a:lnSpc>
                <a:spcPct val="115000"/>
              </a:lnSpc>
              <a:spcBef>
                <a:spcPts val="1200"/>
              </a:spcBef>
              <a:spcAft>
                <a:spcPts val="1200"/>
              </a:spcAft>
              <a:buSzPts val="1300"/>
              <a:buNone/>
            </a:pPr>
            <a:r>
              <a:rPr altLang="en" lang="en"/>
              <a:t>And response time, basically how long it takes for the process to be submitted to returning an output.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4"/>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fontScale="90000"/>
          </a:bodyPr>
          <a:lstStyle/>
          <a:p>
            <a:pPr algn="l" indent="0" lvl="0" marL="0" rtl="0">
              <a:lnSpc>
                <a:spcPct val="100000"/>
              </a:lnSpc>
              <a:spcBef>
                <a:spcPts val="0"/>
              </a:spcBef>
              <a:spcAft>
                <a:spcPts val="0"/>
              </a:spcAft>
              <a:buSzPct val="111111"/>
              <a:buNone/>
            </a:pPr>
            <a:r>
              <a:rPr altLang="en" lang="en"/>
              <a:t>Shortest Job FIrst(SJF) / Shortest Job Next(SJN)</a:t>
            </a:r>
            <a:endParaRPr/>
          </a:p>
        </p:txBody>
      </p:sp>
      <p:sp>
        <p:nvSpPr>
          <p:cNvPr id="197" name="Google Shape;197;p24"/>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1200"/>
              </a:spcAft>
              <a:buSzPts val="1300"/>
              <a:buNone/>
            </a:pPr>
            <a:r>
              <a:rPr altLang="en" lang="en"/>
              <a:t>This is a Nonpreemptive system where it selects the process with the shortest wait time and allows that to be executed on the CPU. SJF might be preemptive or not, depending. SJF determines the time on the PCU or the “Burst Time” either by the process telling the OS, or a special formula.</a:t>
            </a:r>
            <a:endParaRPr/>
          </a:p>
        </p:txBody>
      </p:sp>
      <p:pic>
        <p:nvPicPr>
          <p:cNvPr id="198" name="Google Shape;198;p24"/>
          <p:cNvPicPr preferRelativeResize="0"/>
          <p:nvPr/>
        </p:nvPicPr>
        <p:blipFill rotWithShape="1">
          <a:blip r:embed="rId3">
            <a:alphaModFix/>
          </a:blip>
          <a:srcRect b="0" l="0" r="0" t="0"/>
          <a:stretch/>
        </p:blipFill>
        <p:spPr>
          <a:xfrm>
            <a:off x="3114424" y="2832625"/>
            <a:ext cx="2915151" cy="186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fontScale="90000"/>
          </a:bodyPr>
          <a:lstStyle/>
          <a:p>
            <a:pPr algn="l" indent="0" lvl="0" marL="0" rtl="0">
              <a:lnSpc>
                <a:spcPct val="100000"/>
              </a:lnSpc>
              <a:spcBef>
                <a:spcPts val="0"/>
              </a:spcBef>
              <a:spcAft>
                <a:spcPts val="0"/>
              </a:spcAft>
              <a:buSzPct val="111111"/>
              <a:buNone/>
            </a:pPr>
            <a:r>
              <a:rPr altLang="en" lang="en"/>
              <a:t>MultiLevel Feedback Queue Scheduling(MLQ)</a:t>
            </a:r>
            <a:endParaRPr/>
          </a:p>
        </p:txBody>
      </p:sp>
      <p:sp>
        <p:nvSpPr>
          <p:cNvPr id="204" name="Google Shape;204;p25"/>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1200"/>
              </a:spcAft>
              <a:buSzPts val="1300"/>
              <a:buNone/>
            </a:pPr>
            <a:r>
              <a:rPr altLang="en" lang="en"/>
              <a:t>MLQ is very interesting, this system uses multiple queues based on a processes priority. Lower priority programs have lower queues than high priority processes. HPP can interrupt LPP. Each queue has authority over the lower queues. The benefits are that it's much more organized, and it's easy to administrate. However, Low processes still are at risk of getting starved, multiple queues require more resources, and certain queues might dominate CPU time.</a:t>
            </a:r>
            <a:endParaRPr/>
          </a:p>
        </p:txBody>
      </p:sp>
      <p:pic>
        <p:nvPicPr>
          <p:cNvPr id="205" name="Google Shape;205;p25"/>
          <p:cNvPicPr preferRelativeResize="0"/>
          <p:nvPr/>
        </p:nvPicPr>
        <p:blipFill rotWithShape="1">
          <a:blip r:embed="rId3">
            <a:alphaModFix/>
          </a:blip>
          <a:srcRect b="0" l="0" r="0" t="0"/>
          <a:stretch/>
        </p:blipFill>
        <p:spPr>
          <a:xfrm>
            <a:off x="2815021" y="3105621"/>
            <a:ext cx="3513950" cy="1939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Priority Scheduling</a:t>
            </a:r>
            <a:endParaRPr/>
          </a:p>
        </p:txBody>
      </p:sp>
      <p:sp>
        <p:nvSpPr>
          <p:cNvPr id="211" name="Google Shape;211;p26"/>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lnSpcReduction="20000"/>
          </a:bodyPr>
          <a:lstStyle/>
          <a:p>
            <a:pPr algn="l" indent="0" lvl="0" marL="0" rtl="0">
              <a:lnSpc>
                <a:spcPct val="115000"/>
              </a:lnSpc>
              <a:spcBef>
                <a:spcPts val="0"/>
              </a:spcBef>
              <a:spcAft>
                <a:spcPts val="0"/>
              </a:spcAft>
              <a:buSzPts val="1300"/>
              <a:buNone/>
            </a:pPr>
            <a:r>
              <a:rPr altLang="en" lang="en"/>
              <a:t>Priority Scheduling is a very good type of CPU scheduling, where in each process is given a priority number, with 0-1 or 0-3451, the number is arbitrary. When a process with a priority of lets say 6 enters the ready queue, it surpasses all the processes with a priority numbers lower than theirs.</a:t>
            </a:r>
            <a:endParaRPr/>
          </a:p>
          <a:p>
            <a:pPr algn="l" indent="0" lvl="0" marL="0" rtl="0">
              <a:lnSpc>
                <a:spcPct val="115000"/>
              </a:lnSpc>
              <a:spcBef>
                <a:spcPts val="1200"/>
              </a:spcBef>
              <a:spcAft>
                <a:spcPts val="0"/>
              </a:spcAft>
              <a:buSzPts val="1300"/>
              <a:buNone/>
            </a:pPr>
            <a:r>
              <a:t/>
            </a:r>
            <a:endParaRPr/>
          </a:p>
          <a:p>
            <a:pPr algn="l" indent="0" lvl="0" marL="0" rtl="0">
              <a:lnSpc>
                <a:spcPct val="115000"/>
              </a:lnSpc>
              <a:spcBef>
                <a:spcPts val="1200"/>
              </a:spcBef>
              <a:spcAft>
                <a:spcPts val="0"/>
              </a:spcAft>
              <a:buSzPts val="1300"/>
              <a:buNone/>
            </a:pPr>
            <a:r>
              <a:rPr altLang="en" lang="en"/>
              <a:t>One big issue with this, is as the number of higher priority processes increase, the less CPU time lower priority processes get, leading to what is called “starvation”, as they are starved for CPU time. A solution to this would be called “aging”, where the more time in the ready queue a process has, the higher their priority number grows.</a:t>
            </a:r>
            <a:endParaRPr/>
          </a:p>
          <a:p>
            <a:pPr algn="l" indent="0" lvl="0" marL="0" rtl="0">
              <a:lnSpc>
                <a:spcPct val="115000"/>
              </a:lnSpc>
              <a:spcBef>
                <a:spcPts val="1200"/>
              </a:spcBef>
              <a:spcAft>
                <a:spcPts val="1200"/>
              </a:spcAft>
              <a:buSzPts val="1300"/>
              <a:buNone/>
            </a:pPr>
            <a:r>
              <a:rPr altLang="en" lang="en"/>
              <a:t>The priority number is 1st allocated </a:t>
            </a:r>
            <a:r>
              <a:rPr altLang="en" lang="en"/>
              <a:t>based</a:t>
            </a:r>
            <a:r>
              <a:rPr altLang="en" lang="en"/>
              <a:t> on a few factors, memory </a:t>
            </a:r>
            <a:r>
              <a:rPr altLang="en" lang="en"/>
              <a:t>usage</a:t>
            </a:r>
            <a:r>
              <a:rPr altLang="en" lang="en"/>
              <a:t>, time to </a:t>
            </a:r>
            <a:r>
              <a:rPr altLang="en" lang="en"/>
              <a:t>execute</a:t>
            </a:r>
            <a:r>
              <a:rPr altLang="en" lang="en"/>
              <a:t>,  and </a:t>
            </a:r>
            <a:r>
              <a:rPr altLang="en" lang="en"/>
              <a:t>other I/O</a:t>
            </a:r>
            <a:r>
              <a:rPr altLang="en" lang="en"/>
              <a: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7"/>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Round Robin</a:t>
            </a:r>
            <a:endParaRPr/>
          </a:p>
        </p:txBody>
      </p:sp>
      <p:sp>
        <p:nvSpPr>
          <p:cNvPr id="217" name="Google Shape;217;p27"/>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Round Robin is one of the most efficient CPU scheduling methods. The way it works is for each process in the ready queue, once they are running on the CPU, there is a timer that goes off, if the timer reaches 0 and the process has not hit an IO call, then it will be interrupted, snapshotted, and sent to the back of the ready queue.</a:t>
            </a:r>
            <a:endParaRPr/>
          </a:p>
          <a:p>
            <a:pPr algn="l" indent="0" lvl="0" marL="0" rtl="0">
              <a:lnSpc>
                <a:spcPct val="115000"/>
              </a:lnSpc>
              <a:spcBef>
                <a:spcPts val="1200"/>
              </a:spcBef>
              <a:spcAft>
                <a:spcPts val="0"/>
              </a:spcAft>
              <a:buSzPts val="1300"/>
              <a:buNone/>
            </a:pPr>
            <a:r>
              <a:rPr altLang="en" lang="en"/>
              <a:t>The reason for this is so 1 process does not eat up all of the CPU’s time and energy. Processes might do this if they are poorly programmed or malware.</a:t>
            </a:r>
            <a:endParaRPr/>
          </a:p>
          <a:p>
            <a:pPr algn="l" indent="0" lvl="0" marL="0" rtl="0">
              <a:lnSpc>
                <a:spcPct val="115000"/>
              </a:lnSpc>
              <a:spcBef>
                <a:spcPts val="1200"/>
              </a:spcBef>
              <a:spcAft>
                <a:spcPts val="0"/>
              </a:spcAft>
              <a:buSzPts val="1300"/>
              <a:buNone/>
            </a:pPr>
            <a:r>
              <a:t/>
            </a:r>
            <a:endParaRPr b="1"/>
          </a:p>
          <a:p>
            <a:pPr algn="l" indent="0" lvl="0" marL="0" rtl="0">
              <a:lnSpc>
                <a:spcPct val="115000"/>
              </a:lnSpc>
              <a:spcBef>
                <a:spcPts val="1200"/>
              </a:spcBef>
              <a:spcAft>
                <a:spcPts val="1200"/>
              </a:spcAft>
              <a:buSzPts val="1300"/>
              <a:buNone/>
            </a:pPr>
            <a:r>
              <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1"/>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System Interrupts</a:t>
            </a:r>
            <a:endParaRPr/>
          </a:p>
        </p:txBody>
      </p:sp>
      <p:sp>
        <p:nvSpPr>
          <p:cNvPr id="223" name="Google Shape;223;p11"/>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System Interrupts are whenever your OS detects something urgent has occurred. Your mouse moving on the screen, a data transfer completing, or even specific errors.</a:t>
            </a:r>
            <a:endParaRPr/>
          </a:p>
          <a:p>
            <a:pPr algn="l" indent="0" lvl="0" marL="0" rtl="0">
              <a:lnSpc>
                <a:spcPct val="115000"/>
              </a:lnSpc>
              <a:spcBef>
                <a:spcPts val="1200"/>
              </a:spcBef>
              <a:spcAft>
                <a:spcPts val="1200"/>
              </a:spcAft>
              <a:buSzPts val="1300"/>
              <a:buNone/>
            </a:pPr>
            <a:r>
              <a:rPr altLang="en" lang="en"/>
              <a:t>These interrupts all processed by the Interrupt Vector Table(IVT) that is simply there to direct each interrupt to their specific handling function in the Interrupt Service Routine(ISR) table, where each function has their own specific function to handle it. Each function is ran by the CPU on special wires called IRQ lines that are made for those specific Interrupts. These are physical lines in the CPU and processed by a small chip. A more modern way of this is by using the PCI BUS to transfer the interrupts to the CPU interrupt manager instead of dedicated lines.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Types of interrupts</a:t>
            </a:r>
            <a:endParaRPr/>
          </a:p>
        </p:txBody>
      </p:sp>
      <p:sp>
        <p:nvSpPr>
          <p:cNvPr id="229" name="Google Shape;229;p12"/>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lnSpcReduction="20000"/>
          </a:bodyPr>
          <a:lstStyle/>
          <a:p>
            <a:pPr algn="l" indent="0" lvl="0" marL="0" rtl="0">
              <a:lnSpc>
                <a:spcPct val="115000"/>
              </a:lnSpc>
              <a:spcBef>
                <a:spcPts val="0"/>
              </a:spcBef>
              <a:spcAft>
                <a:spcPts val="0"/>
              </a:spcAft>
              <a:buSzPts val="1529"/>
              <a:buNone/>
            </a:pPr>
            <a:r>
              <a:rPr altLang="en" lang="en"/>
              <a:t>There are 3 major interrupts:</a:t>
            </a:r>
            <a:endParaRPr/>
          </a:p>
          <a:p>
            <a:pPr algn="l" indent="0" lvl="0" marL="0" rtl="0">
              <a:lnSpc>
                <a:spcPct val="115000"/>
              </a:lnSpc>
              <a:spcBef>
                <a:spcPts val="1200"/>
              </a:spcBef>
              <a:spcAft>
                <a:spcPts val="0"/>
              </a:spcAft>
              <a:buSzPts val="1529"/>
              <a:buNone/>
            </a:pPr>
            <a:r>
              <a:rPr altLang="en" lang="en"/>
              <a:t>Faults: This is when the CPU tries to access non existing or inaccessible memory.</a:t>
            </a:r>
            <a:endParaRPr/>
          </a:p>
          <a:p>
            <a:pPr algn="l" indent="0" lvl="0" marL="0" rtl="0">
              <a:lnSpc>
                <a:spcPct val="115000"/>
              </a:lnSpc>
              <a:spcBef>
                <a:spcPts val="1200"/>
              </a:spcBef>
              <a:spcAft>
                <a:spcPts val="0"/>
              </a:spcAft>
              <a:buSzPts val="1529"/>
              <a:buNone/>
            </a:pPr>
            <a:r>
              <a:rPr altLang="en" lang="en"/>
              <a:t>	Page faults, dividing by 0 errors, and protection faults.</a:t>
            </a:r>
            <a:endParaRPr/>
          </a:p>
          <a:p>
            <a:pPr algn="l" indent="0" lvl="0" marL="0" rtl="0">
              <a:lnSpc>
                <a:spcPct val="115000"/>
              </a:lnSpc>
              <a:spcBef>
                <a:spcPts val="1200"/>
              </a:spcBef>
              <a:spcAft>
                <a:spcPts val="0"/>
              </a:spcAft>
              <a:buSzPts val="1529"/>
              <a:buNone/>
            </a:pPr>
            <a:r>
              <a:rPr altLang="en" lang="en"/>
              <a:t>Trap: These are basically just whenever the system detects a system call or a program needs a breakpoint in the code.</a:t>
            </a:r>
            <a:endParaRPr/>
          </a:p>
          <a:p>
            <a:pPr algn="l" indent="0" lvl="0" marL="0" rtl="0">
              <a:lnSpc>
                <a:spcPct val="115000"/>
              </a:lnSpc>
              <a:spcBef>
                <a:spcPts val="1200"/>
              </a:spcBef>
              <a:spcAft>
                <a:spcPts val="0"/>
              </a:spcAft>
              <a:buSzPts val="1529"/>
              <a:buNone/>
            </a:pPr>
            <a:r>
              <a:rPr altLang="en" lang="en"/>
              <a:t>Abort: These are the worst, they signal that there is something seriously wrong, either to the physical hardware or something else. These are when the system aborts the process or aborts itself to protect itself.</a:t>
            </a:r>
            <a:endParaRPr/>
          </a:p>
          <a:p>
            <a:pPr algn="l" indent="0" lvl="0" marL="0" rtl="0">
              <a:lnSpc>
                <a:spcPct val="115000"/>
              </a:lnSpc>
              <a:spcBef>
                <a:spcPts val="1200"/>
              </a:spcBef>
              <a:spcAft>
                <a:spcPts val="1200"/>
              </a:spcAft>
              <a:buSzPts val="1529"/>
              <a:buNone/>
            </a:pPr>
            <a:r>
              <a:rPr altLang="en" lang="en"/>
              <a:t>Other types of interrupts, while still important to the CPU, are more of what I have said, about your mouse moving, or your keyboard being pressed, etc.</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3"/>
          <p:cNvSpPr txBox="1"/>
          <p:nvPr>
            <p:ph type="title"/>
          </p:nvPr>
        </p:nvSpPr>
        <p:spPr>
          <a:xfrm>
            <a:off x="1297500" y="393750"/>
            <a:ext cx="7038900" cy="5682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Dispatch Latency</a:t>
            </a:r>
            <a:endParaRPr/>
          </a:p>
        </p:txBody>
      </p:sp>
      <p:sp>
        <p:nvSpPr>
          <p:cNvPr id="235" name="Google Shape;235;p13"/>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sz="1400"/>
              <a:t>When a process changes from process to process it needs to perform a context switch. Context switching is the “saving” of process where its pcb (process control block) is saved and a different process is loaded in. A process control block contains essential information such as registers and the process id. </a:t>
            </a:r>
            <a:endParaRPr sz="1400"/>
          </a:p>
          <a:p>
            <a:pPr algn="l" indent="0" lvl="0" marL="0" rtl="0">
              <a:lnSpc>
                <a:spcPct val="115000"/>
              </a:lnSpc>
              <a:spcBef>
                <a:spcPts val="1200"/>
              </a:spcBef>
              <a:spcAft>
                <a:spcPts val="1200"/>
              </a:spcAft>
              <a:buSzPts val="1300"/>
              <a:buNone/>
            </a:pPr>
            <a:r>
              <a:rPr altLang="en" lang="en" sz="1400"/>
              <a:t>Dispatch latency is the time it takes for a process to begin context switching and then have the fresh process in ready state. The dispatch latency is ideally as low as possible as no real utility is had during a context switch. </a:t>
            </a:r>
            <a:endParaRPr sz="14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4"/>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User mode v Kernel mode</a:t>
            </a:r>
            <a:endParaRPr/>
          </a:p>
        </p:txBody>
      </p:sp>
      <p:sp>
        <p:nvSpPr>
          <p:cNvPr id="241" name="Google Shape;241;p14"/>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1200"/>
              </a:spcAft>
              <a:buSzPts val="1300"/>
              <a:buNone/>
            </a:pPr>
            <a:r>
              <a:rPr altLang="en" lang="en"/>
              <a:t>If you know anything about an OS you might have hear about the Kernel. What does it do though? The kernel is kind of like the middle man between the user and the hardware, usually requiring a password, it protects the user from highly sensitive and critical information and devices. The kernel talks to the actual hardware, for example, if you wanted to save some text to a file, you would send what is called a system call to the Kernel. A system call is just when you asking the kernel to do something for you. The kernel gets this message, analysis it for stuff such as if you have the ability to save files, and if the request is possible, etc. Then, it takes all your data and turns it into binary, then pushes it to the drive, finds the fils, and makes the changes.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5"/>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VIrtual memory</a:t>
            </a:r>
            <a:endParaRPr/>
          </a:p>
        </p:txBody>
      </p:sp>
      <p:sp>
        <p:nvSpPr>
          <p:cNvPr id="247" name="Google Shape;247;p15"/>
          <p:cNvSpPr txBox="1"/>
          <p:nvPr>
            <p:ph idx="1" type="body"/>
          </p:nvPr>
        </p:nvSpPr>
        <p:spPr>
          <a:xfrm>
            <a:off x="431650" y="1413750"/>
            <a:ext cx="5166000" cy="3416400"/>
          </a:xfrm>
          <a:prstGeom prst="rect">
            <a:avLst/>
          </a:prstGeom>
          <a:noFill/>
          <a:ln>
            <a:noFill/>
          </a:ln>
        </p:spPr>
        <p:txBody>
          <a:bodyPr anchor="t" anchorCtr="0" bIns="91425" lIns="91425" numCol="1" rIns="91425" spcFirstLastPara="1" tIns="91425" wrap="square">
            <a:normAutofit lnSpcReduction="10000"/>
          </a:bodyPr>
          <a:lstStyle/>
          <a:p>
            <a:pPr algn="l" indent="0" lvl="0" marL="0" rtl="0">
              <a:lnSpc>
                <a:spcPct val="115000"/>
              </a:lnSpc>
              <a:spcBef>
                <a:spcPts val="0"/>
              </a:spcBef>
              <a:spcAft>
                <a:spcPts val="0"/>
              </a:spcAft>
              <a:buSzPts val="1300"/>
              <a:buNone/>
            </a:pPr>
            <a:r>
              <a:rPr altLang="en" lang="en"/>
              <a:t>When you want more memory than the RAM can offer you use virtual memory. We find space on then the disk(hard drive, nvme, ssd, ect).  Virtual memory directs new data to the hard drive if no space on the RAM/ROM is available. This is very very very slow, up to 1000x times slower than RAM/ROM. Virtual memory on the disk are called page file sor swap spaces.</a:t>
            </a:r>
            <a:endParaRPr/>
          </a:p>
          <a:p>
            <a:pPr algn="l" indent="0" lvl="0" marL="0" rtl="0">
              <a:lnSpc>
                <a:spcPct val="115000"/>
              </a:lnSpc>
              <a:spcBef>
                <a:spcPts val="1200"/>
              </a:spcBef>
              <a:spcAft>
                <a:spcPts val="0"/>
              </a:spcAft>
              <a:buSzPts val="1300"/>
              <a:buNone/>
            </a:pPr>
            <a:r>
              <a:rPr altLang="en" lang="en"/>
              <a:t>Virtual memory works by creating a memory map of that specific process, where all the data is. It holds all the pointers to the stack, the heap, and the disk if needed.</a:t>
            </a:r>
            <a:endParaRPr/>
          </a:p>
          <a:p>
            <a:pPr algn="l" indent="0" lvl="0" marL="0" rtl="0">
              <a:lnSpc>
                <a:spcPct val="115000"/>
              </a:lnSpc>
              <a:spcBef>
                <a:spcPts val="1200"/>
              </a:spcBef>
              <a:spcAft>
                <a:spcPts val="0"/>
              </a:spcAft>
              <a:buSzPts val="1300"/>
              <a:buNone/>
            </a:pPr>
            <a:r>
              <a:rPr altLang="en" lang="en"/>
              <a:t>RAM/ROM is physical memory, while the disk is usually virtual memory</a:t>
            </a:r>
            <a:endParaRPr/>
          </a:p>
          <a:p>
            <a:pPr algn="l" indent="0" lvl="0" marL="0" rtl="0">
              <a:lnSpc>
                <a:spcPct val="102000"/>
              </a:lnSpc>
              <a:spcBef>
                <a:spcPts val="1200"/>
              </a:spcBef>
              <a:spcAft>
                <a:spcPts val="1200"/>
              </a:spcAft>
              <a:buSzPts val="1300"/>
              <a:buNone/>
            </a:pPr>
            <a:r>
              <a:rPr altLang="en" lang="en"/>
              <a:t>When a component that a process requests is not there a page miss is activated and it triggers the OS to look for it on disk. </a:t>
            </a:r>
            <a:endParaRPr/>
          </a:p>
        </p:txBody>
      </p:sp>
      <p:pic>
        <p:nvPicPr>
          <p:cNvPr id="248" name="Google Shape;248;p15"/>
          <p:cNvPicPr preferRelativeResize="0"/>
          <p:nvPr/>
        </p:nvPicPr>
        <p:blipFill rotWithShape="1">
          <a:blip r:embed="rId3">
            <a:alphaModFix/>
          </a:blip>
          <a:srcRect b="0" l="0" r="0" t="0"/>
          <a:stretch/>
        </p:blipFill>
        <p:spPr>
          <a:xfrm>
            <a:off x="5549525" y="1736750"/>
            <a:ext cx="3514726" cy="2512924"/>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6fc853233d_1_1"/>
          <p:cNvSpPr txBox="1"/>
          <p:nvPr>
            <p:ph type="title"/>
          </p:nvPr>
        </p:nvSpPr>
        <p:spPr>
          <a:xfrm>
            <a:off x="823850" y="2053000"/>
            <a:ext cx="4587000" cy="1148700"/>
          </a:xfrm>
          <a:prstGeom prst="rect">
            <a:avLst/>
          </a:prstGeom>
        </p:spPr>
        <p:txBody>
          <a:bodyPr anchor="ctr" anchorCtr="0" bIns="91425" lIns="91425" numCol="1" rIns="91425" spcFirstLastPara="1" tIns="91425" wrap="square">
            <a:normAutofit/>
          </a:bodyPr>
          <a:lstStyle/>
          <a:p>
            <a:pPr algn="l" indent="0" lvl="0" marL="0" rtl="0">
              <a:spcBef>
                <a:spcPts val="0"/>
              </a:spcBef>
              <a:spcAft>
                <a:spcPts val="0"/>
              </a:spcAft>
              <a:buNone/>
            </a:pPr>
            <a:r>
              <a:rPr altLang="en" lang="en"/>
              <a:t>Done with the slides for the meeting</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6"/>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CPU Essential information</a:t>
            </a:r>
            <a:endParaRPr/>
          </a:p>
        </p:txBody>
      </p:sp>
      <p:sp>
        <p:nvSpPr>
          <p:cNvPr id="259" name="Google Shape;259;p16"/>
          <p:cNvSpPr txBox="1"/>
          <p:nvPr>
            <p:ph idx="1" type="body"/>
          </p:nvPr>
        </p:nvSpPr>
        <p:spPr>
          <a:xfrm>
            <a:off x="1254450" y="1029525"/>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Some types of CPU have an instruction cycle with 3 stages. It is called a fetch-decode-execute cycle. A cpu can only execute one process at a time. </a:t>
            </a:r>
            <a:endParaRPr/>
          </a:p>
          <a:p>
            <a:pPr algn="l" indent="0" lvl="0" marL="0" rtl="0">
              <a:lnSpc>
                <a:spcPct val="115000"/>
              </a:lnSpc>
              <a:spcBef>
                <a:spcPts val="1200"/>
              </a:spcBef>
              <a:spcAft>
                <a:spcPts val="0"/>
              </a:spcAft>
              <a:buSzPts val="1300"/>
              <a:buNone/>
            </a:pPr>
            <a:r>
              <a:rPr altLang="en" lang="en"/>
              <a:t>The fetch reads an instruction from the process. </a:t>
            </a:r>
            <a:endParaRPr/>
          </a:p>
          <a:p>
            <a:pPr algn="l" indent="0" lvl="0" marL="0" rtl="0">
              <a:lnSpc>
                <a:spcPct val="115000"/>
              </a:lnSpc>
              <a:spcBef>
                <a:spcPts val="1200"/>
              </a:spcBef>
              <a:spcAft>
                <a:spcPts val="0"/>
              </a:spcAft>
              <a:buSzPts val="1300"/>
              <a:buNone/>
            </a:pPr>
            <a:r>
              <a:rPr altLang="en" lang="en"/>
              <a:t>The decode stage takes the fetched instruction and tells it where to go. </a:t>
            </a:r>
            <a:endParaRPr/>
          </a:p>
          <a:p>
            <a:pPr algn="l" indent="0" lvl="0" marL="0" rtl="0">
              <a:lnSpc>
                <a:spcPct val="115000"/>
              </a:lnSpc>
              <a:spcBef>
                <a:spcPts val="1200"/>
              </a:spcBef>
              <a:spcAft>
                <a:spcPts val="0"/>
              </a:spcAft>
              <a:buSzPts val="1300"/>
              <a:buNone/>
            </a:pPr>
            <a:r>
              <a:rPr altLang="en" lang="en"/>
              <a:t>The execute stage is where the instruction is actually executed. This can be something being sent to the alu, a jump or something else.</a:t>
            </a:r>
            <a:endParaRPr/>
          </a:p>
          <a:p>
            <a:pPr algn="l" indent="0" lvl="0" marL="0" rtl="0">
              <a:lnSpc>
                <a:spcPct val="115000"/>
              </a:lnSpc>
              <a:spcBef>
                <a:spcPts val="1200"/>
              </a:spcBef>
              <a:spcAft>
                <a:spcPts val="1200"/>
              </a:spcAft>
              <a:buSzPts val="1300"/>
              <a:buNone/>
            </a:pPr>
            <a:r>
              <a:rPr altLang="en" b="1" lang="en" u="sng"/>
              <a:t>There are other stages that may exist in some types of cpus </a:t>
            </a:r>
            <a:endParaRPr b="1" u="sng"/>
          </a:p>
        </p:txBody>
      </p:sp>
      <p:sp>
        <p:nvSpPr>
          <p:cNvPr id="260" name="Google Shape;260;p16"/>
          <p:cNvSpPr txBox="1"/>
          <p:nvPr/>
        </p:nvSpPr>
        <p:spPr>
          <a:xfrm>
            <a:off x="661432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ADI</a:t>
            </a:r>
            <a:endParaRPr sz="1300">
              <a:solidFill>
                <a:schemeClr val="lt1"/>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7"/>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CPU Fetch/Decode/Execute/Store steps</a:t>
            </a:r>
            <a:endParaRPr/>
          </a:p>
        </p:txBody>
      </p:sp>
      <p:sp>
        <p:nvSpPr>
          <p:cNvPr id="266" name="Google Shape;266;p17"/>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The steps the CPU follows to execute instructions from memory are Fetching the instruction from RAM using the  programs program counter.</a:t>
            </a:r>
            <a:endParaRPr/>
          </a:p>
          <a:p>
            <a:pPr algn="l" indent="0" lvl="0" marL="0">
              <a:lnSpc>
                <a:spcPct val="115000"/>
              </a:lnSpc>
              <a:spcBef>
                <a:spcPts val="0"/>
              </a:spcBef>
              <a:spcAft>
                <a:spcPts val="0"/>
              </a:spcAft>
              <a:buNone/>
            </a:pPr>
            <a:r>
              <a:rPr/>
              <a:t>The program counter (PC), called instruction counter in intel x86, it is a special register in the CPU that hold the memory address of the next instruction to be executed by the CPU for a specific process. </a:t>
            </a:r>
          </a:p>
          <a:p>
            <a:pPr algn="l" indent="0" lvl="0" marL="0">
              <a:lnSpc>
                <a:spcPct val="115000"/>
              </a:lnSpc>
              <a:spcBef>
                <a:spcPts val="0"/>
              </a:spcBef>
              <a:spcAft>
                <a:spcPts val="0"/>
              </a:spcAft>
              <a:buNone/>
            </a:pPr>
            <a:r>
              <a:rPr/>
              <a:t>Then the instruction is properly decoded into signals sent to different components in the CPU, such as the ALU of FPU.</a:t>
            </a:r>
          </a:p>
          <a:p>
            <a:pPr algn="l" indent="0" lvl="0" marL="0">
              <a:lnSpc>
                <a:spcPct val="115000"/>
              </a:lnSpc>
              <a:spcBef>
                <a:spcPts val="0"/>
              </a:spcBef>
              <a:spcAft>
                <a:spcPts val="0"/>
              </a:spcAft>
              <a:buNone/>
            </a:pPr>
            <a:r>
              <a:rPr/>
              <a:t>Then the instruction is actually ran, the signals are actually sent.</a:t>
            </a:r>
          </a:p>
          <a:p>
            <a:pPr algn="l" indent="0" lvl="0" marL="0">
              <a:lnSpc>
                <a:spcPct val="115000"/>
              </a:lnSpc>
              <a:spcBef>
                <a:spcPts val="0"/>
              </a:spcBef>
              <a:spcAft>
                <a:spcPts val="0"/>
              </a:spcAft>
              <a:buNone/>
            </a:pPr>
            <a:r>
              <a:rPr/>
              <a:t>Then the data is stored written to the process storage space.</a:t>
            </a:r>
          </a:p>
          <a:p>
            <a:pPr algn="l" indent="0" lvl="0" marL="0" rtl="0">
              <a:lnSpc>
                <a:spcPct val="115000"/>
              </a:lnSpc>
              <a:spcBef>
                <a:spcPts val="1200"/>
              </a:spcBef>
              <a:spcAft>
                <a:spcPts val="0"/>
              </a:spcAft>
              <a:buSzPts val="1300"/>
              <a:buNone/>
            </a:pPr>
            <a:r>
              <a:rPr altLang="en" lang="en"/>
              <a:t>The instruction is very much not like something you would program in c. The instruction is machine code in this state. The machine code consists of an opcode and a couple of other things which differentiates the types of instructions such as an add, subtract and others. </a:t>
            </a:r>
            <a:endParaRPr/>
          </a:p>
          <a:p>
            <a:pPr algn="l" indent="0" lvl="0" marL="0" rtl="0">
              <a:lnSpc>
                <a:spcPct val="115000"/>
              </a:lnSpc>
              <a:spcBef>
                <a:spcPts val="1200"/>
              </a:spcBef>
              <a:spcAft>
                <a:spcPts val="1200"/>
              </a:spcAft>
              <a:buSzPts val="1300"/>
              <a:buNone/>
            </a:pPr>
            <a:r>
              <a:rPr altLang="en" lang="en"/>
              <a:t>Once decoding is done the instruction is sent to its appropriate place to be handled.</a:t>
            </a:r>
            <a:endParaRPr/>
          </a:p>
        </p:txBody>
      </p:sp>
      <p:sp>
        <p:nvSpPr>
          <p:cNvPr id="267" name="Google Shape;267;p17"/>
          <p:cNvSpPr txBox="1"/>
          <p:nvPr/>
        </p:nvSpPr>
        <p:spPr>
          <a:xfrm>
            <a:off x="661432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ADI</a:t>
            </a:r>
            <a:endParaRPr sz="1300">
              <a:solidFill>
                <a:schemeClr val="lt1"/>
              </a:solidFill>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Changing the program counter</a:t>
            </a:r>
            <a:endParaRPr/>
          </a:p>
        </p:txBody>
      </p:sp>
      <p:sp>
        <p:nvSpPr>
          <p:cNvPr id="273" name="Google Shape;273;p18"/>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The program counter is set by a jmp. The jmp sends a value to the program counter that it is set to. By doing this you can change the program counter to be something else. </a:t>
            </a:r>
            <a:endParaRPr/>
          </a:p>
          <a:p>
            <a:pPr algn="l" indent="0" lvl="0" marL="0" rtl="0">
              <a:lnSpc>
                <a:spcPct val="115000"/>
              </a:lnSpc>
              <a:spcBef>
                <a:spcPts val="1200"/>
              </a:spcBef>
              <a:spcAft>
                <a:spcPts val="0"/>
              </a:spcAft>
              <a:buSzPts val="1300"/>
              <a:buNone/>
            </a:pPr>
            <a:r>
              <a:rPr altLang="en" lang="en"/>
              <a:t>When you don’t set a program counter to an entirely different value then the computer just adds enough to see the next instruction. Some architectures dedicate this operation to a whole step in the CPU cycle called increment.</a:t>
            </a:r>
            <a:endParaRPr/>
          </a:p>
          <a:p>
            <a:pPr algn="l" indent="0" lvl="0" marL="0" rtl="0">
              <a:lnSpc>
                <a:spcPct val="115000"/>
              </a:lnSpc>
              <a:spcBef>
                <a:spcPts val="1200"/>
              </a:spcBef>
              <a:spcAft>
                <a:spcPts val="0"/>
              </a:spcAft>
              <a:buSzPts val="1300"/>
              <a:buNone/>
            </a:pPr>
            <a:r>
              <a:t/>
            </a:r>
            <a:endParaRPr/>
          </a:p>
          <a:p>
            <a:pPr algn="l" indent="0" lvl="0" marL="0" rtl="0">
              <a:lnSpc>
                <a:spcPct val="115000"/>
              </a:lnSpc>
              <a:spcBef>
                <a:spcPts val="1200"/>
              </a:spcBef>
              <a:spcAft>
                <a:spcPts val="1200"/>
              </a:spcAft>
              <a:buSzPts val="1300"/>
              <a:buNone/>
            </a:pPr>
            <a:r>
              <a:t/>
            </a:r>
            <a:endParaRPr b="1"/>
          </a:p>
        </p:txBody>
      </p:sp>
      <p:sp>
        <p:nvSpPr>
          <p:cNvPr id="274" name="Google Shape;274;p18"/>
          <p:cNvSpPr txBox="1"/>
          <p:nvPr/>
        </p:nvSpPr>
        <p:spPr>
          <a:xfrm>
            <a:off x="661432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ADI</a:t>
            </a:r>
            <a:endParaRPr sz="1300">
              <a:solidFill>
                <a:schemeClr val="lt1"/>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9"/>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Parallelism</a:t>
            </a:r>
            <a:endParaRPr/>
          </a:p>
        </p:txBody>
      </p:sp>
      <p:sp>
        <p:nvSpPr>
          <p:cNvPr id="280" name="Google Shape;280;p19"/>
          <p:cNvSpPr txBox="1"/>
          <p:nvPr>
            <p:ph idx="1" type="body"/>
          </p:nvPr>
        </p:nvSpPr>
        <p:spPr>
          <a:xfrm>
            <a:off x="261850" y="1366625"/>
            <a:ext cx="7251000" cy="34164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1200"/>
              </a:spcAft>
              <a:buSzPts val="1300"/>
              <a:buNone/>
            </a:pPr>
            <a:r>
              <a:rPr altLang="en" lang="en" sz="1400"/>
              <a:t>The 3 basic steps of the instruction cycle get run and then wait for the other steps to run before being run again. What this means is that the fetch step will start and then it will have to wait for both the decoding and executing to be done before it is run again. This is slow. A way to fix this is to have all three steps run at the same time. That mostly means the fetch stage, the decode stage and the execute stage would run at the same time. </a:t>
            </a:r>
            <a:endParaRPr sz="1400"/>
          </a:p>
        </p:txBody>
      </p:sp>
      <p:pic>
        <p:nvPicPr>
          <p:cNvPr id="281" name="Google Shape;281;p19"/>
          <p:cNvPicPr preferRelativeResize="0"/>
          <p:nvPr/>
        </p:nvPicPr>
        <p:blipFill rotWithShape="1">
          <a:blip r:embed="rId3">
            <a:alphaModFix/>
          </a:blip>
          <a:srcRect b="0" l="0" r="0" t="0"/>
          <a:stretch/>
        </p:blipFill>
        <p:spPr>
          <a:xfrm>
            <a:off x="4485075" y="2916075"/>
            <a:ext cx="4476000" cy="1687675"/>
          </a:xfrm>
          <a:prstGeom prst="rect">
            <a:avLst/>
          </a:prstGeom>
          <a:noFill/>
          <a:ln>
            <a:noFill/>
          </a:ln>
        </p:spPr>
      </p:pic>
      <p:sp>
        <p:nvSpPr>
          <p:cNvPr id="282" name="Google Shape;282;p19"/>
          <p:cNvSpPr txBox="1"/>
          <p:nvPr/>
        </p:nvSpPr>
        <p:spPr>
          <a:xfrm>
            <a:off x="174300" y="3338275"/>
            <a:ext cx="4397700" cy="1323600"/>
          </a:xfrm>
          <a:prstGeom prst="rect">
            <a:avLst/>
          </a:prstGeom>
          <a:noFill/>
          <a:ln>
            <a:noFill/>
          </a:ln>
        </p:spPr>
        <p:txBody>
          <a:bodyPr anchor="t" anchorCtr="0" bIns="91425" lIns="91425" numCol="1" rIns="91425" spcFirstLastPara="1" tIns="91425" wrap="square">
            <a:noAutofit/>
          </a:bodyPr>
          <a:lstStyle/>
          <a:p>
            <a:pPr algn="l" indent="0" lvl="0" marL="0" marR="0" rtl="0">
              <a:lnSpc>
                <a:spcPct val="100000"/>
              </a:lnSpc>
              <a:spcBef>
                <a:spcPts val="0"/>
              </a:spcBef>
              <a:spcAft>
                <a:spcPts val="0"/>
              </a:spcAft>
              <a:buClr>
                <a:srgbClr val="000000"/>
              </a:buClr>
              <a:buSzPts val="1800"/>
              <a:buFont typeface="Arial"/>
              <a:buNone/>
            </a:pPr>
            <a:r>
              <a:rPr altLang="en" b="1" cap="none" i="0" lang="en" strike="noStrike" sz="1800" u="sng">
                <a:solidFill>
                  <a:schemeClr val="dk2"/>
                </a:solidFill>
                <a:latin typeface="Arial"/>
                <a:ea typeface="Arial"/>
                <a:cs typeface="Arial"/>
                <a:sym typeface="Arial"/>
              </a:rPr>
              <a:t>The image shows a different number of steps in the instruction cycle and a different architecture. The point still stands though.</a:t>
            </a:r>
            <a:endParaRPr b="0" cap="none" i="0" strike="noStrike" sz="1800" u="sng">
              <a:solidFill>
                <a:schemeClr val="dk2"/>
              </a:solidFill>
              <a:latin typeface="Arial"/>
              <a:ea typeface="Arial"/>
              <a:cs typeface="Arial"/>
              <a:sym typeface="Arial"/>
            </a:endParaRPr>
          </a:p>
        </p:txBody>
      </p:sp>
      <p:sp>
        <p:nvSpPr>
          <p:cNvPr id="283" name="Google Shape;283;p19"/>
          <p:cNvSpPr txBox="1"/>
          <p:nvPr/>
        </p:nvSpPr>
        <p:spPr>
          <a:xfrm>
            <a:off x="661432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NIKESH</a:t>
            </a:r>
            <a:endParaRPr sz="1300">
              <a:solidFill>
                <a:schemeClr val="l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0"/>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Threads </a:t>
            </a:r>
            <a:endParaRPr/>
          </a:p>
        </p:txBody>
      </p:sp>
      <p:sp>
        <p:nvSpPr>
          <p:cNvPr id="289" name="Google Shape;289;p20"/>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 thread is a process in the same address space as another process. When running multiple threads you should know that threads run depending on what the os scheduler wants. A main problem that comes with that is that you could share one essential variable and have both processes modify that necessary variable. (Race condition). </a:t>
            </a:r>
            <a:endParaRPr/>
          </a:p>
          <a:p>
            <a:pPr algn="l" indent="0" lvl="0" marL="0" rtl="0">
              <a:lnSpc>
                <a:spcPct val="115000"/>
              </a:lnSpc>
              <a:spcBef>
                <a:spcPts val="1200"/>
              </a:spcBef>
              <a:spcAft>
                <a:spcPts val="0"/>
              </a:spcAft>
              <a:buSzPts val="1300"/>
              <a:buNone/>
            </a:pPr>
            <a:r>
              <a:rPr altLang="en" lang="en"/>
              <a:t>You can fix that by restricting the scheduling of threads so that only one thread is running within a program. This is called locking (it is also sometimes known as a mutex).</a:t>
            </a:r>
            <a:endParaRPr b="1"/>
          </a:p>
          <a:p>
            <a:pPr algn="l" indent="0" lvl="0" marL="0" rtl="0">
              <a:lnSpc>
                <a:spcPct val="115000"/>
              </a:lnSpc>
              <a:spcBef>
                <a:spcPts val="1200"/>
              </a:spcBef>
              <a:spcAft>
                <a:spcPts val="1200"/>
              </a:spcAft>
              <a:buSzPts val="1300"/>
              <a:buNone/>
            </a:pPr>
            <a:r>
              <a:rPr altLang="en" b="1" lang="en" u="sng"/>
              <a:t>There are problems involving threads that we don’t talk about. Know that threading is a very complex idea and a short explanation does not give it all the attention it deserves.</a:t>
            </a:r>
            <a:endParaRPr b="1" u="sng"/>
          </a:p>
        </p:txBody>
      </p:sp>
      <p:sp>
        <p:nvSpPr>
          <p:cNvPr id="290" name="Google Shape;290;p20"/>
          <p:cNvSpPr txBox="1"/>
          <p:nvPr/>
        </p:nvSpPr>
        <p:spPr>
          <a:xfrm>
            <a:off x="662397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NIKESH</a:t>
            </a:r>
            <a:endParaRPr sz="1300">
              <a:solidFill>
                <a:schemeClr val="lt1"/>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21"/>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Threads ext. </a:t>
            </a:r>
            <a:endParaRPr/>
          </a:p>
        </p:txBody>
      </p:sp>
      <p:sp>
        <p:nvSpPr>
          <p:cNvPr id="296" name="Google Shape;296;p21"/>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1200"/>
              </a:spcAft>
              <a:buSzPts val="1300"/>
              <a:buNone/>
            </a:pPr>
            <a:r>
              <a:rPr altLang="en" lang="en"/>
              <a:t>Do note that most times the complicated nature of threads requires hardware support. Most modern day threads have numerous algorithms such as load-linked, store-conditional, fetch-and-add, yielding and many more.</a:t>
            </a:r>
            <a:endParaRPr/>
          </a:p>
        </p:txBody>
      </p:sp>
      <p:sp>
        <p:nvSpPr>
          <p:cNvPr id="297" name="Google Shape;297;p21"/>
          <p:cNvSpPr txBox="1"/>
          <p:nvPr/>
        </p:nvSpPr>
        <p:spPr>
          <a:xfrm>
            <a:off x="661432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NIKESH</a:t>
            </a:r>
            <a:endParaRPr sz="1300">
              <a:solidFill>
                <a:schemeClr val="l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2"/>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Compiler</a:t>
            </a:r>
            <a:endParaRPr/>
          </a:p>
        </p:txBody>
      </p:sp>
      <p:sp>
        <p:nvSpPr>
          <p:cNvPr id="303" name="Google Shape;303;p22"/>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A compiler is what translates the code you write into code that a cpu can work with. The lowest level of code is assembly or machine code. Assembly is entirely based on what computer you are running it on. X86, arm and mips are common examples. Compilers are separated into stages. </a:t>
            </a:r>
            <a:endParaRPr/>
          </a:p>
          <a:p>
            <a:pPr algn="l" indent="0" lvl="0" marL="0" rtl="0">
              <a:lnSpc>
                <a:spcPct val="115000"/>
              </a:lnSpc>
              <a:spcBef>
                <a:spcPts val="1200"/>
              </a:spcBef>
              <a:spcAft>
                <a:spcPts val="0"/>
              </a:spcAft>
              <a:buSzPts val="1300"/>
              <a:buNone/>
            </a:pPr>
            <a:r>
              <a:rPr altLang="en" lang="en"/>
              <a:t>Some compilers contain preprocessors. Preprocessors handle macros and primarily are used to make certain things known when a compiler is running. This means that the compiler will take certain things into account while it is running such as constant variables.</a:t>
            </a:r>
            <a:endParaRPr/>
          </a:p>
          <a:p>
            <a:pPr algn="l" indent="0" lvl="0" marL="0" rtl="0">
              <a:lnSpc>
                <a:spcPct val="115000"/>
              </a:lnSpc>
              <a:spcBef>
                <a:spcPts val="1200"/>
              </a:spcBef>
              <a:spcAft>
                <a:spcPts val="1200"/>
              </a:spcAft>
              <a:buSzPts val="1300"/>
              <a:buNone/>
            </a:pPr>
            <a:r>
              <a:rPr altLang="en" lang="en"/>
              <a:t>The first is usually the lexer. It converts the written contents into “tokens” which the compiler uses.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3"/>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Compiler</a:t>
            </a:r>
            <a:endParaRPr/>
          </a:p>
        </p:txBody>
      </p:sp>
      <p:sp>
        <p:nvSpPr>
          <p:cNvPr id="309" name="Google Shape;309;p23"/>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Clr>
                <a:schemeClr val="dk1"/>
              </a:buClr>
              <a:buSzPts val="1100"/>
              <a:buFont typeface="Arial"/>
              <a:buNone/>
            </a:pPr>
            <a:r>
              <a:rPr altLang="en" lang="en"/>
              <a:t>The parser interprets these tokens and generates an IR (intermediate representation) representation. An IR is machine code of a program. IRs can be more or less detailed. These are compiler specific and later optimization is based off of this. </a:t>
            </a:r>
            <a:endParaRPr/>
          </a:p>
          <a:p>
            <a:pPr algn="l" indent="0" lvl="0" marL="0" rtl="0">
              <a:lnSpc>
                <a:spcPct val="115000"/>
              </a:lnSpc>
              <a:spcBef>
                <a:spcPts val="1200"/>
              </a:spcBef>
              <a:spcAft>
                <a:spcPts val="0"/>
              </a:spcAft>
              <a:buSzPts val="1300"/>
              <a:buNone/>
            </a:pPr>
            <a:r>
              <a:rPr altLang="en" lang="en"/>
              <a:t>This IR is then optimized for factors such as speed, pipelining efficiency and memory use. These optimizations are then sent to a linker. </a:t>
            </a:r>
            <a:endParaRPr/>
          </a:p>
          <a:p>
            <a:pPr algn="l" indent="0" lvl="0" marL="0" rtl="0">
              <a:lnSpc>
                <a:spcPct val="115000"/>
              </a:lnSpc>
              <a:spcBef>
                <a:spcPts val="1200"/>
              </a:spcBef>
              <a:spcAft>
                <a:spcPts val="0"/>
              </a:spcAft>
              <a:buSzPts val="1300"/>
              <a:buNone/>
            </a:pPr>
            <a:r>
              <a:rPr altLang="en" lang="en"/>
              <a:t>Linking is the process of taking external files such as libraries or files that you explicitly marked as for sharing between files (such as header files) and bridging them together. Linking is the slowest step of optimization. The component that does this  is called a Linker.</a:t>
            </a:r>
            <a:endParaRPr/>
          </a:p>
          <a:p>
            <a:pPr algn="l" indent="0" lvl="0" marL="0" rtl="0">
              <a:lnSpc>
                <a:spcPct val="115000"/>
              </a:lnSpc>
              <a:spcBef>
                <a:spcPts val="1200"/>
              </a:spcBef>
              <a:spcAft>
                <a:spcPts val="1200"/>
              </a:spcAft>
              <a:buSzPts val="1300"/>
              <a:buNone/>
            </a:pPr>
            <a:r>
              <a:rPr altLang="en" b="1" lang="en" u="sng"/>
              <a:t>These are generalizations. Though this number of steps is common it is not guaranteed that certain parts such as a linker may be used.</a:t>
            </a:r>
            <a:endParaRPr b="1" u="sng"/>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28"/>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Concurrency</a:t>
            </a:r>
            <a:endParaRPr/>
          </a:p>
        </p:txBody>
      </p:sp>
      <p:sp>
        <p:nvSpPr>
          <p:cNvPr id="315" name="Google Shape;315;p28"/>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fontScale="92500" lnSpcReduction="10000"/>
          </a:bodyPr>
          <a:lstStyle/>
          <a:p>
            <a:pPr algn="l" indent="0" lvl="0" marL="0" rtl="0">
              <a:lnSpc>
                <a:spcPct val="115000"/>
              </a:lnSpc>
              <a:spcBef>
                <a:spcPts val="0"/>
              </a:spcBef>
              <a:spcAft>
                <a:spcPts val="0"/>
              </a:spcAft>
              <a:buSzPct val="108108"/>
              <a:buNone/>
            </a:pPr>
            <a:r>
              <a:rPr altLang="en" lang="en"/>
              <a:t>Concurrency is just the way the CPU handles programs. When multiple processes need the CPU, the CPU breaks up each part of the code of each program in the queue where the code is waiting on system calls, user input, or anything else. While the CPU is waiting, it takes a snapshot of the CPU state, and moves on to another process to run its code until that process also has to wait on a system call or user input. Then it moves onto the next process in the queue. The CPU does this very very fast, making it seem as if each of these processes are working at the same time, giving it the name.</a:t>
            </a:r>
            <a:endParaRPr/>
          </a:p>
          <a:p>
            <a:pPr algn="l" indent="0" lvl="0" marL="0" rtl="0">
              <a:lnSpc>
                <a:spcPct val="115000"/>
              </a:lnSpc>
              <a:spcBef>
                <a:spcPts val="1200"/>
              </a:spcBef>
              <a:spcAft>
                <a:spcPts val="0"/>
              </a:spcAft>
              <a:buSzPct val="108108"/>
              <a:buNone/>
            </a:pPr>
            <a:r>
              <a:t/>
            </a:r>
            <a:endParaRPr/>
          </a:p>
          <a:p>
            <a:pPr algn="l" indent="0" lvl="0" marL="0" rtl="0">
              <a:lnSpc>
                <a:spcPct val="115000"/>
              </a:lnSpc>
              <a:spcBef>
                <a:spcPts val="1200"/>
              </a:spcBef>
              <a:spcAft>
                <a:spcPts val="0"/>
              </a:spcAft>
              <a:buSzPct val="108108"/>
              <a:buNone/>
            </a:pPr>
            <a:r>
              <a:rPr altLang="en" lang="en"/>
              <a:t>When a process is waiting on a system call or user input, the move from the cpu to the back of the queue and waits.</a:t>
            </a:r>
            <a:endParaRPr/>
          </a:p>
          <a:p>
            <a:pPr algn="l" indent="0" lvl="0" marL="0" rtl="0">
              <a:lnSpc>
                <a:spcPct val="115000"/>
              </a:lnSpc>
              <a:spcBef>
                <a:spcPts val="1200"/>
              </a:spcBef>
              <a:spcAft>
                <a:spcPts val="0"/>
              </a:spcAft>
              <a:buSzPct val="108108"/>
              <a:buNone/>
            </a:pPr>
            <a:r>
              <a:t/>
            </a:r>
            <a:endParaRPr/>
          </a:p>
          <a:p>
            <a:pPr algn="l" indent="0" lvl="0" marL="0" rtl="0">
              <a:lnSpc>
                <a:spcPct val="115000"/>
              </a:lnSpc>
              <a:spcBef>
                <a:spcPts val="1200"/>
              </a:spcBef>
              <a:spcAft>
                <a:spcPts val="1200"/>
              </a:spcAft>
              <a:buSzPct val="108108"/>
              <a:buNone/>
            </a:pPr>
            <a:r>
              <a:t/>
            </a:r>
            <a:endParaRPr/>
          </a:p>
        </p:txBody>
      </p:sp>
      <p:sp>
        <p:nvSpPr>
          <p:cNvPr id="316" name="Google Shape;316;p28"/>
          <p:cNvSpPr txBox="1"/>
          <p:nvPr/>
        </p:nvSpPr>
        <p:spPr>
          <a:xfrm>
            <a:off x="661432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NIKESH</a:t>
            </a:r>
            <a:endParaRPr sz="1300">
              <a:solidFill>
                <a:schemeClr val="lt1"/>
              </a:solidFill>
              <a:latin typeface="Lato"/>
              <a:ea typeface="Lato"/>
              <a:cs typeface="Lato"/>
              <a:sym typeface="La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9"/>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IPC</a:t>
            </a:r>
            <a:endParaRPr/>
          </a:p>
        </p:txBody>
      </p:sp>
      <p:sp>
        <p:nvSpPr>
          <p:cNvPr id="322" name="Google Shape;322;p29"/>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1200"/>
              </a:spcAft>
              <a:buSzPts val="1300"/>
              <a:buNone/>
            </a:pPr>
            <a:r>
              <a:rPr altLang="en" lang="en"/>
              <a:t>IPC or inter process communication is a way 2 processes can interact with each other. The way they share data is by allocating a special little are on the heap, called the shared memory location, this is where they dump all data the the other process will need.</a:t>
            </a:r>
            <a:endParaRPr/>
          </a:p>
        </p:txBody>
      </p:sp>
      <p:sp>
        <p:nvSpPr>
          <p:cNvPr id="323" name="Google Shape;323;p29"/>
          <p:cNvSpPr txBox="1"/>
          <p:nvPr/>
        </p:nvSpPr>
        <p:spPr>
          <a:xfrm>
            <a:off x="6614325" y="394050"/>
            <a:ext cx="2181000" cy="453600"/>
          </a:xfrm>
          <a:prstGeom prst="rect">
            <a:avLst/>
          </a:prstGeom>
          <a:noFill/>
          <a:ln>
            <a:noFill/>
          </a:ln>
        </p:spPr>
        <p:txBody>
          <a:bodyPr anchor="t" anchorCtr="0" bIns="91425" lIns="91425" numCol="1" rIns="91425" spcFirstLastPara="1" tIns="91425" wrap="square">
            <a:noAutofit/>
          </a:bodyPr>
          <a:lstStyle/>
          <a:p>
            <a:pPr algn="l" indent="0" lvl="0" marL="0" rtl="0">
              <a:spcBef>
                <a:spcPts val="0"/>
              </a:spcBef>
              <a:spcAft>
                <a:spcPts val="0"/>
              </a:spcAft>
              <a:buNone/>
            </a:pPr>
            <a:r>
              <a:rPr altLang="en" lang="en" sz="1300">
                <a:solidFill>
                  <a:schemeClr val="lt1"/>
                </a:solidFill>
                <a:latin typeface="Lato"/>
                <a:ea typeface="Lato"/>
                <a:cs typeface="Lato"/>
                <a:sym typeface="Lato"/>
              </a:rPr>
              <a:t>NIKESH</a:t>
            </a:r>
            <a:endParaRPr sz="1300">
              <a:solidFill>
                <a:schemeClr val="lt1"/>
              </a:solidFill>
              <a:latin typeface="Lato"/>
              <a:ea typeface="Lato"/>
              <a:cs typeface="Lato"/>
              <a:sym typeface="La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31"/>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Hyper-Threading</a:t>
            </a:r>
            <a:endParaRPr/>
          </a:p>
        </p:txBody>
      </p:sp>
      <p:sp>
        <p:nvSpPr>
          <p:cNvPr id="329" name="Google Shape;329;p31"/>
          <p:cNvSpPr txBox="1"/>
          <p:nvPr>
            <p:ph idx="1" type="body"/>
          </p:nvPr>
        </p:nvSpPr>
        <p:spPr>
          <a:xfrm>
            <a:off x="311700" y="1374425"/>
            <a:ext cx="4863300" cy="3416400"/>
          </a:xfrm>
          <a:prstGeom prst="rect">
            <a:avLst/>
          </a:prstGeom>
          <a:noFill/>
          <a:ln>
            <a:noFill/>
          </a:ln>
        </p:spPr>
        <p:txBody>
          <a:bodyPr anchor="t" anchorCtr="0" bIns="91425" lIns="91425" numCol="1" rIns="91425" spcFirstLastPara="1" tIns="91425" wrap="square">
            <a:normAutofit lnSpcReduction="20000"/>
          </a:bodyPr>
          <a:lstStyle/>
          <a:p>
            <a:pPr algn="l" indent="0" lvl="0" marL="0" rtl="0">
              <a:lnSpc>
                <a:spcPct val="115000"/>
              </a:lnSpc>
              <a:spcBef>
                <a:spcPts val="0"/>
              </a:spcBef>
              <a:spcAft>
                <a:spcPts val="0"/>
              </a:spcAft>
              <a:buSzPts val="1300"/>
              <a:buNone/>
            </a:pPr>
            <a:r>
              <a:rPr altLang="en" lang="en"/>
              <a:t>Hyper-Threading and Threads are 2 very distinct topics in the computing world.</a:t>
            </a:r>
            <a:endParaRPr/>
          </a:p>
          <a:p>
            <a:pPr algn="l" indent="0" lvl="0" marL="0" rtl="0">
              <a:lnSpc>
                <a:spcPct val="115000"/>
              </a:lnSpc>
              <a:spcBef>
                <a:spcPts val="1200"/>
              </a:spcBef>
              <a:spcAft>
                <a:spcPts val="0"/>
              </a:spcAft>
              <a:buSzPts val="1300"/>
              <a:buNone/>
            </a:pPr>
            <a:br>
              <a:rPr altLang="en" lang="en"/>
            </a:br>
            <a:r>
              <a:rPr altLang="en" lang="en"/>
              <a:t>Hyperthreading is the physical version of threading.</a:t>
            </a:r>
            <a:endParaRPr/>
          </a:p>
          <a:p>
            <a:pPr algn="l" indent="0" lvl="0" marL="0" rtl="0">
              <a:lnSpc>
                <a:spcPct val="115000"/>
              </a:lnSpc>
              <a:spcBef>
                <a:spcPts val="1200"/>
              </a:spcBef>
              <a:spcAft>
                <a:spcPts val="0"/>
              </a:spcAft>
              <a:buSzPts val="1300"/>
              <a:buNone/>
            </a:pPr>
            <a:r>
              <a:rPr altLang="en" lang="en"/>
              <a:t>For example let's say there is an 8 core CPU with hyperthreading (In a factor of 2).</a:t>
            </a:r>
            <a:endParaRPr/>
          </a:p>
          <a:p>
            <a:pPr algn="l" indent="0" lvl="0" marL="0" rtl="0">
              <a:lnSpc>
                <a:spcPct val="115000"/>
              </a:lnSpc>
              <a:spcBef>
                <a:spcPts val="1200"/>
              </a:spcBef>
              <a:spcAft>
                <a:spcPts val="0"/>
              </a:spcAft>
              <a:buSzPts val="1300"/>
              <a:buNone/>
            </a:pPr>
            <a:r>
              <a:rPr altLang="en" lang="en"/>
              <a:t>So there would be 8 Physical Cores, and 16 Logical Processors (</a:t>
            </a:r>
            <a:r>
              <a:rPr altLang="en" lang="en" sz="1500"/>
              <a:t>Each Physical Core is a Logical Processor, but not all Logical Processors are actually Physical Cores</a:t>
            </a:r>
            <a:r>
              <a:rPr altLang="en" lang="en"/>
              <a:t>)</a:t>
            </a:r>
            <a:endParaRPr/>
          </a:p>
          <a:p>
            <a:pPr algn="l" indent="0" lvl="0" marL="0" rtl="0">
              <a:lnSpc>
                <a:spcPct val="115000"/>
              </a:lnSpc>
              <a:spcBef>
                <a:spcPts val="1200"/>
              </a:spcBef>
              <a:spcAft>
                <a:spcPts val="1200"/>
              </a:spcAft>
              <a:buSzPts val="1300"/>
              <a:buNone/>
            </a:pPr>
            <a:r>
              <a:rPr altLang="en" lang="en"/>
              <a:t>Hyperthreading in a way “separates that core so that the CPU can execute things simultaneously (</a:t>
            </a:r>
            <a:r>
              <a:rPr altLang="en" lang="en" sz="1500"/>
              <a:t>These “new-found cores” are often called </a:t>
            </a:r>
            <a:r>
              <a:rPr altLang="en" b="1" lang="en" sz="1500"/>
              <a:t>Logical Processors</a:t>
            </a:r>
            <a:r>
              <a:rPr altLang="en" lang="en"/>
              <a:t>). You can find that Hyperthreading will come in factors of 2 or more.</a:t>
            </a:r>
            <a:endParaRPr/>
          </a:p>
        </p:txBody>
      </p:sp>
      <p:pic>
        <p:nvPicPr>
          <p:cNvPr id="330" name="Google Shape;330;p31"/>
          <p:cNvPicPr preferRelativeResize="0"/>
          <p:nvPr/>
        </p:nvPicPr>
        <p:blipFill rotWithShape="1">
          <a:blip r:embed="rId3">
            <a:alphaModFix/>
          </a:blip>
          <a:srcRect b="0" l="0" r="0" t="0"/>
          <a:stretch/>
        </p:blipFill>
        <p:spPr>
          <a:xfrm>
            <a:off x="5175000" y="747913"/>
            <a:ext cx="3820974" cy="38209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3"/>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Von Neumann CPU architecture</a:t>
            </a:r>
            <a:endParaRPr/>
          </a:p>
        </p:txBody>
      </p:sp>
      <p:sp>
        <p:nvSpPr>
          <p:cNvPr id="336" name="Google Shape;336;p33"/>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rmAutofit/>
          </a:bodyPr>
          <a:lstStyle/>
          <a:p>
            <a:pPr algn="l" indent="0" lvl="0" marL="0" rtl="0">
              <a:lnSpc>
                <a:spcPct val="115000"/>
              </a:lnSpc>
              <a:spcBef>
                <a:spcPts val="0"/>
              </a:spcBef>
              <a:spcAft>
                <a:spcPts val="0"/>
              </a:spcAft>
              <a:buSzPts val="1300"/>
              <a:buNone/>
            </a:pPr>
            <a:r>
              <a:rPr altLang="en" lang="en"/>
              <a:t>The Von Neumann architecture was created in 1945 as a way to organize CPU’s. Don't let age fool you, it's still very important and widely used. </a:t>
            </a:r>
            <a:endParaRPr/>
          </a:p>
          <a:p>
            <a:pPr algn="l" indent="0" lvl="0" marL="0" rtl="0">
              <a:lnSpc>
                <a:spcPct val="115000"/>
              </a:lnSpc>
              <a:spcBef>
                <a:spcPts val="1200"/>
              </a:spcBef>
              <a:spcAft>
                <a:spcPts val="1200"/>
              </a:spcAft>
              <a:buSzPts val="1300"/>
              <a:buNone/>
            </a:pPr>
            <a:r>
              <a:t/>
            </a:r>
            <a:endParaRPr/>
          </a:p>
        </p:txBody>
      </p:sp>
      <p:pic>
        <p:nvPicPr>
          <p:cNvPr id="337" name="Google Shape;337;p33"/>
          <p:cNvPicPr preferRelativeResize="0"/>
          <p:nvPr/>
        </p:nvPicPr>
        <p:blipFill rotWithShape="1">
          <a:blip r:embed="rId3">
            <a:alphaModFix/>
          </a:blip>
          <a:srcRect b="0" l="0" r="0" t="0"/>
          <a:stretch/>
        </p:blipFill>
        <p:spPr>
          <a:xfrm>
            <a:off x="5040525" y="3007900"/>
            <a:ext cx="3291251" cy="1851300"/>
          </a:xfrm>
          <a:prstGeom prst="rect">
            <a:avLst/>
          </a:prstGeom>
          <a:noFill/>
          <a:ln>
            <a:noFill/>
          </a:ln>
        </p:spPr>
      </p:pic>
      <p:pic>
        <p:nvPicPr>
          <p:cNvPr id="338" name="Google Shape;338;p33"/>
          <p:cNvPicPr preferRelativeResize="0"/>
          <p:nvPr/>
        </p:nvPicPr>
        <p:blipFill rotWithShape="1">
          <a:blip r:embed="rId4">
            <a:alphaModFix/>
          </a:blip>
          <a:srcRect b="0" l="0" r="0" t="0"/>
          <a:stretch/>
        </p:blipFill>
        <p:spPr>
          <a:xfrm>
            <a:off x="6094000" y="3159475"/>
            <a:ext cx="1749300" cy="1749325"/>
          </a:xfrm>
          <a:prstGeom prst="rect">
            <a:avLst/>
          </a:prstGeom>
          <a:noFill/>
          <a:ln>
            <a:noFill/>
          </a:ln>
        </p:spPr>
      </p:pic>
      <p:sp>
        <p:nvSpPr>
          <p:cNvPr id="339" name="Google Shape;339;p33"/>
          <p:cNvSpPr txBox="1"/>
          <p:nvPr/>
        </p:nvSpPr>
        <p:spPr>
          <a:xfrm>
            <a:off x="6093988" y="2468200"/>
            <a:ext cx="1859700" cy="461700"/>
          </a:xfrm>
          <a:prstGeom prst="rect">
            <a:avLst/>
          </a:prstGeom>
          <a:noFill/>
          <a:ln>
            <a:noFill/>
          </a:ln>
        </p:spPr>
        <p:txBody>
          <a:bodyPr anchor="t" anchorCtr="0" bIns="91425" lIns="91425" numCol="1" rIns="91425" spcFirstLastPara="1" tIns="91425" wrap="square">
            <a:spAutoFit/>
          </a:bodyPr>
          <a:lstStyle/>
          <a:p>
            <a:pPr algn="l" indent="0" lvl="0" marL="0" marR="0" rtl="0">
              <a:lnSpc>
                <a:spcPct val="100000"/>
              </a:lnSpc>
              <a:spcBef>
                <a:spcPts val="0"/>
              </a:spcBef>
              <a:spcAft>
                <a:spcPts val="0"/>
              </a:spcAft>
              <a:buClr>
                <a:srgbClr val="000000"/>
              </a:buClr>
              <a:buSzPts val="1800"/>
              <a:buFont typeface="Arial"/>
              <a:buNone/>
            </a:pPr>
            <a:r>
              <a:rPr altLang="en" b="0" cap="none" i="0" lang="en" strike="noStrike" sz="1800" u="none">
                <a:solidFill>
                  <a:schemeClr val="dk2"/>
                </a:solidFill>
                <a:latin typeface="Arial"/>
                <a:ea typeface="Arial"/>
                <a:cs typeface="Arial"/>
                <a:sym typeface="Arial"/>
              </a:rPr>
              <a:t>THIS VON</a:t>
            </a:r>
            <a:endParaRPr b="0" cap="none" i="0" strike="noStrike" sz="1800" u="none">
              <a:solidFill>
                <a:schemeClr val="dk2"/>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4"/>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rPr altLang="en" lang="en"/>
              <a:t>Bit by Bit, Byte by Byte </a:t>
            </a:r>
            <a:r>
              <a:rPr altLang="en" i="1" lang="en"/>
              <a:t>(A Refresh Guide)</a:t>
            </a:r>
            <a:endParaRPr i="1"/>
          </a:p>
        </p:txBody>
      </p:sp>
      <p:sp>
        <p:nvSpPr>
          <p:cNvPr id="345" name="Google Shape;345;p34"/>
          <p:cNvSpPr txBox="1"/>
          <p:nvPr>
            <p:ph idx="1" type="body"/>
          </p:nvPr>
        </p:nvSpPr>
        <p:spPr>
          <a:xfrm>
            <a:off x="311700" y="1152475"/>
            <a:ext cx="5657700" cy="3880800"/>
          </a:xfrm>
          <a:prstGeom prst="rect">
            <a:avLst/>
          </a:prstGeom>
          <a:noFill/>
          <a:ln>
            <a:noFill/>
          </a:ln>
        </p:spPr>
        <p:txBody>
          <a:bodyPr anchor="t" anchorCtr="0" bIns="91425" lIns="91425" numCol="1" rIns="91425" spcFirstLastPara="1" tIns="91425" wrap="square">
            <a:noAutofit/>
          </a:bodyPr>
          <a:lstStyle/>
          <a:p>
            <a:pPr algn="l" indent="0" lvl="0" marL="0" rtl="0">
              <a:lnSpc>
                <a:spcPct val="95000"/>
              </a:lnSpc>
              <a:spcBef>
                <a:spcPts val="0"/>
              </a:spcBef>
              <a:spcAft>
                <a:spcPts val="0"/>
              </a:spcAft>
              <a:buSzPts val="770"/>
              <a:buNone/>
            </a:pPr>
            <a:r>
              <a:rPr altLang="en" lang="en" sz="1380"/>
              <a:t>b -Bit:</a:t>
            </a:r>
            <a:endParaRPr sz="1380"/>
          </a:p>
          <a:p>
            <a:pPr algn="l" indent="457200" lvl="0" marL="0" rtl="0">
              <a:lnSpc>
                <a:spcPct val="95000"/>
              </a:lnSpc>
              <a:spcBef>
                <a:spcPts val="1200"/>
              </a:spcBef>
              <a:spcAft>
                <a:spcPts val="0"/>
              </a:spcAft>
              <a:buSzPts val="770"/>
              <a:buNone/>
            </a:pPr>
            <a:r>
              <a:rPr altLang="en" lang="en" sz="1380"/>
              <a:t>A bit contains either a 1 or 0</a:t>
            </a:r>
            <a:endParaRPr sz="1380"/>
          </a:p>
          <a:p>
            <a:pPr algn="l" indent="0" lvl="0" marL="0" rtl="0">
              <a:lnSpc>
                <a:spcPct val="95000"/>
              </a:lnSpc>
              <a:spcBef>
                <a:spcPts val="1200"/>
              </a:spcBef>
              <a:spcAft>
                <a:spcPts val="0"/>
              </a:spcAft>
              <a:buSzPts val="770"/>
              <a:buNone/>
            </a:pPr>
            <a:r>
              <a:rPr altLang="en" lang="en" sz="1380"/>
              <a:t>B - Byte:</a:t>
            </a:r>
            <a:endParaRPr sz="1380"/>
          </a:p>
          <a:p>
            <a:pPr algn="l" indent="0" lvl="0" marL="0" rtl="0">
              <a:lnSpc>
                <a:spcPct val="95000"/>
              </a:lnSpc>
              <a:spcBef>
                <a:spcPts val="1200"/>
              </a:spcBef>
              <a:spcAft>
                <a:spcPts val="0"/>
              </a:spcAft>
              <a:buSzPts val="770"/>
              <a:buNone/>
            </a:pPr>
            <a:r>
              <a:rPr altLang="en" lang="en" sz="1380"/>
              <a:t>	8 bits = 1 Byte</a:t>
            </a:r>
            <a:endParaRPr sz="1380"/>
          </a:p>
          <a:p>
            <a:pPr algn="l" indent="0" lvl="0" marL="0" rtl="0">
              <a:lnSpc>
                <a:spcPct val="95000"/>
              </a:lnSpc>
              <a:spcBef>
                <a:spcPts val="1200"/>
              </a:spcBef>
              <a:spcAft>
                <a:spcPts val="0"/>
              </a:spcAft>
              <a:buSzPts val="770"/>
              <a:buNone/>
            </a:pPr>
            <a:r>
              <a:rPr altLang="en" lang="en" sz="1380"/>
              <a:t>kB - Kilobyte:</a:t>
            </a:r>
            <a:endParaRPr sz="1380"/>
          </a:p>
          <a:p>
            <a:pPr algn="l" indent="0" lvl="0" marL="0" rtl="0">
              <a:lnSpc>
                <a:spcPct val="95000"/>
              </a:lnSpc>
              <a:spcBef>
                <a:spcPts val="1200"/>
              </a:spcBef>
              <a:spcAft>
                <a:spcPts val="0"/>
              </a:spcAft>
              <a:buSzPts val="770"/>
              <a:buNone/>
            </a:pPr>
            <a:r>
              <a:rPr altLang="en" lang="en" sz="1380"/>
              <a:t>	1024 Bytes</a:t>
            </a:r>
            <a:endParaRPr sz="1380"/>
          </a:p>
          <a:p>
            <a:pPr algn="l" indent="0" lvl="0" marL="0" rtl="0">
              <a:lnSpc>
                <a:spcPct val="95000"/>
              </a:lnSpc>
              <a:spcBef>
                <a:spcPts val="1200"/>
              </a:spcBef>
              <a:spcAft>
                <a:spcPts val="0"/>
              </a:spcAft>
              <a:buSzPts val="770"/>
              <a:buNone/>
            </a:pPr>
            <a:r>
              <a:rPr altLang="en" lang="en" sz="1380"/>
              <a:t>mB - Megabyte:</a:t>
            </a:r>
            <a:endParaRPr sz="1380"/>
          </a:p>
          <a:p>
            <a:pPr algn="l" indent="0" lvl="0" marL="0" rtl="0">
              <a:lnSpc>
                <a:spcPct val="95000"/>
              </a:lnSpc>
              <a:spcBef>
                <a:spcPts val="1200"/>
              </a:spcBef>
              <a:spcAft>
                <a:spcPts val="0"/>
              </a:spcAft>
              <a:buSzPts val="770"/>
              <a:buNone/>
            </a:pPr>
            <a:r>
              <a:rPr altLang="en" lang="en" sz="1380"/>
              <a:t>	1024 Kilobytes</a:t>
            </a:r>
            <a:endParaRPr sz="1380"/>
          </a:p>
          <a:p>
            <a:pPr algn="l" indent="0" lvl="0" marL="0" rtl="0">
              <a:lnSpc>
                <a:spcPct val="95000"/>
              </a:lnSpc>
              <a:spcBef>
                <a:spcPts val="1200"/>
              </a:spcBef>
              <a:spcAft>
                <a:spcPts val="0"/>
              </a:spcAft>
              <a:buSzPts val="770"/>
              <a:buNone/>
            </a:pPr>
            <a:r>
              <a:rPr altLang="en" lang="en" sz="1380"/>
              <a:t>gB - Gigabyte:</a:t>
            </a:r>
            <a:endParaRPr sz="1380"/>
          </a:p>
          <a:p>
            <a:pPr algn="l" indent="0" lvl="0" marL="0" rtl="0">
              <a:lnSpc>
                <a:spcPct val="95000"/>
              </a:lnSpc>
              <a:spcBef>
                <a:spcPts val="1200"/>
              </a:spcBef>
              <a:spcAft>
                <a:spcPts val="0"/>
              </a:spcAft>
              <a:buSzPts val="770"/>
              <a:buNone/>
            </a:pPr>
            <a:r>
              <a:rPr altLang="en" lang="en" sz="1380"/>
              <a:t>	1024 Megabytes</a:t>
            </a:r>
            <a:endParaRPr sz="1380"/>
          </a:p>
          <a:p>
            <a:pPr algn="l" indent="0" lvl="0" marL="0" rtl="0">
              <a:lnSpc>
                <a:spcPct val="95000"/>
              </a:lnSpc>
              <a:spcBef>
                <a:spcPts val="1200"/>
              </a:spcBef>
              <a:spcAft>
                <a:spcPts val="0"/>
              </a:spcAft>
              <a:buSzPts val="770"/>
              <a:buNone/>
            </a:pPr>
            <a:r>
              <a:rPr altLang="en" i="1" lang="en" sz="1380"/>
              <a:t>(I think you can start to see the pattern as we go higher from here…)</a:t>
            </a:r>
            <a:endParaRPr i="1" sz="1380"/>
          </a:p>
          <a:p>
            <a:pPr algn="l" indent="0" lvl="0" marL="0" rtl="0">
              <a:lnSpc>
                <a:spcPct val="95000"/>
              </a:lnSpc>
              <a:spcBef>
                <a:spcPts val="1200"/>
              </a:spcBef>
              <a:spcAft>
                <a:spcPts val="0"/>
              </a:spcAft>
              <a:buSzPts val="770"/>
              <a:buNone/>
            </a:pPr>
            <a:r>
              <a:t/>
            </a:r>
            <a:endParaRPr sz="1380"/>
          </a:p>
          <a:p>
            <a:pPr algn="l" indent="0" lvl="0" marL="0" rtl="0">
              <a:lnSpc>
                <a:spcPct val="95000"/>
              </a:lnSpc>
              <a:spcBef>
                <a:spcPts val="1200"/>
              </a:spcBef>
              <a:spcAft>
                <a:spcPts val="0"/>
              </a:spcAft>
              <a:buSzPts val="770"/>
              <a:buNone/>
            </a:pPr>
            <a:r>
              <a:t/>
            </a:r>
            <a:endParaRPr sz="1380"/>
          </a:p>
          <a:p>
            <a:pPr algn="l" indent="457200" lvl="0" marL="0" rtl="0">
              <a:lnSpc>
                <a:spcPct val="95000"/>
              </a:lnSpc>
              <a:spcBef>
                <a:spcPts val="1200"/>
              </a:spcBef>
              <a:spcAft>
                <a:spcPts val="1200"/>
              </a:spcAft>
              <a:buSzPts val="770"/>
              <a:buNone/>
            </a:pPr>
            <a:r>
              <a:t/>
            </a:r>
            <a:endParaRPr sz="138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5"/>
          <p:cNvSpPr txBox="1"/>
          <p:nvPr>
            <p:ph idx="1" type="body"/>
          </p:nvPr>
        </p:nvSpPr>
        <p:spPr>
          <a:xfrm>
            <a:off x="1050300" y="595425"/>
            <a:ext cx="7727400" cy="4142700"/>
          </a:xfrm>
          <a:prstGeom prst="rect">
            <a:avLst/>
          </a:prstGeom>
          <a:noFill/>
          <a:ln>
            <a:noFill/>
          </a:ln>
        </p:spPr>
        <p:txBody>
          <a:bodyPr anchor="t" anchorCtr="0" bIns="91425" lIns="91425" numCol="1" rIns="91425" spcFirstLastPara="1" tIns="91425" wrap="square">
            <a:noAutofit/>
          </a:bodyPr>
          <a:lstStyle/>
          <a:p>
            <a:pPr algn="l" indent="0" lvl="0" marL="0" rtl="0">
              <a:lnSpc>
                <a:spcPct val="115000"/>
              </a:lnSpc>
              <a:spcBef>
                <a:spcPts val="0"/>
              </a:spcBef>
              <a:spcAft>
                <a:spcPts val="0"/>
              </a:spcAft>
              <a:buClr>
                <a:schemeClr val="dk1"/>
              </a:buClr>
              <a:buSzPts val="523"/>
              <a:buFont typeface="Arial"/>
              <a:buNone/>
            </a:pPr>
            <a:r>
              <a:rPr altLang="en" lang="en" sz="1355"/>
              <a:t>Future plans - </a:t>
            </a:r>
            <a:endParaRPr sz="1355"/>
          </a:p>
          <a:p>
            <a:pPr algn="l" indent="0" lvl="0" marL="0" rtl="0">
              <a:lnSpc>
                <a:spcPct val="115000"/>
              </a:lnSpc>
              <a:spcBef>
                <a:spcPts val="1200"/>
              </a:spcBef>
              <a:spcAft>
                <a:spcPts val="0"/>
              </a:spcAft>
              <a:buClr>
                <a:schemeClr val="dk1"/>
              </a:buClr>
              <a:buSzPts val="523"/>
              <a:buFont typeface="Arial"/>
              <a:buNone/>
            </a:pPr>
            <a:r>
              <a:rPr altLang="en" lang="en" sz="1355"/>
              <a:t>Marketing - first impressions (make better) , actual marketing (unsure currently) </a:t>
            </a:r>
            <a:endParaRPr sz="1355"/>
          </a:p>
          <a:p>
            <a:pPr algn="l" indent="0" lvl="0" marL="0" rtl="0">
              <a:lnSpc>
                <a:spcPct val="115000"/>
              </a:lnSpc>
              <a:spcBef>
                <a:spcPts val="1200"/>
              </a:spcBef>
              <a:spcAft>
                <a:spcPts val="0"/>
              </a:spcAft>
              <a:buClr>
                <a:schemeClr val="dk1"/>
              </a:buClr>
              <a:buSzPts val="523"/>
              <a:buFont typeface="Arial"/>
              <a:buNone/>
            </a:pPr>
            <a:r>
              <a:rPr altLang="en" lang="en" sz="1355"/>
              <a:t>In future - Analyse an arduino or something (not likely), possible competitions, and </a:t>
            </a:r>
            <a:endParaRPr sz="1355"/>
          </a:p>
          <a:p>
            <a:pPr algn="l" indent="0" lvl="0" marL="0" rtl="0">
              <a:lnSpc>
                <a:spcPct val="115000"/>
              </a:lnSpc>
              <a:spcBef>
                <a:spcPts val="1200"/>
              </a:spcBef>
              <a:spcAft>
                <a:spcPts val="0"/>
              </a:spcAft>
              <a:buClr>
                <a:schemeClr val="dk1"/>
              </a:buClr>
              <a:buSzPts val="523"/>
              <a:buFont typeface="Arial"/>
              <a:buNone/>
            </a:pPr>
            <a:r>
              <a:rPr altLang="en" lang="en" sz="1355"/>
              <a:t>Future slides - GPU, Analog, Verilog, in-depth circuits, SPICE, look at pcbs (possibly)</a:t>
            </a:r>
            <a:endParaRPr sz="1355"/>
          </a:p>
          <a:p>
            <a:pPr algn="l" indent="0" lvl="0" marL="0" rtl="0">
              <a:lnSpc>
                <a:spcPct val="115000"/>
              </a:lnSpc>
              <a:spcBef>
                <a:spcPts val="1200"/>
              </a:spcBef>
              <a:spcAft>
                <a:spcPts val="0"/>
              </a:spcAft>
              <a:buClr>
                <a:schemeClr val="dk1"/>
              </a:buClr>
              <a:buSzPts val="523"/>
              <a:buFont typeface="Arial"/>
              <a:buNone/>
            </a:pPr>
            <a:r>
              <a:rPr altLang="en" lang="en" sz="1355"/>
              <a:t>Outside of club obligations (projects) - Required obligations may include github and git skills. Obligations may include either a list of things specified by us which give points. When you reach enough points you no longer have to do these projects. Possible Examples include looking at the number of lines in gimple (gnu parser), installing linux, etc. Other options are a personal hardware related project which is approved by us and monitored via weekly check-ins (something like this). Final options as of this moment is helping us make content. </a:t>
            </a:r>
            <a:endParaRPr sz="1355"/>
          </a:p>
          <a:p>
            <a:pPr algn="l" indent="0" lvl="0" marL="0" rtl="0">
              <a:lnSpc>
                <a:spcPct val="115000"/>
              </a:lnSpc>
              <a:spcBef>
                <a:spcPts val="1200"/>
              </a:spcBef>
              <a:spcAft>
                <a:spcPts val="0"/>
              </a:spcAft>
              <a:buClr>
                <a:schemeClr val="dk1"/>
              </a:buClr>
              <a:buSzPts val="523"/>
              <a:buFont typeface="Arial"/>
              <a:buNone/>
            </a:pPr>
            <a:r>
              <a:rPr altLang="en" lang="en" sz="1355"/>
              <a:t>Building understanding of community - Doing statistics and stuff like that. </a:t>
            </a:r>
            <a:endParaRPr sz="1355"/>
          </a:p>
          <a:p>
            <a:pPr algn="l" indent="0" lvl="0" marL="0" rtl="0">
              <a:lnSpc>
                <a:spcPct val="115000"/>
              </a:lnSpc>
              <a:spcBef>
                <a:spcPts val="1200"/>
              </a:spcBef>
              <a:spcAft>
                <a:spcPts val="1200"/>
              </a:spcAft>
              <a:buSzPts val="523"/>
              <a:buNone/>
            </a:pPr>
            <a:r>
              <a:rPr altLang="en" lang="en" sz="1355"/>
              <a:t>Extra learning additions - More specific textbooks, more in depth look at all topics presented in the slides, RAM error handling, Finish ASM slides, Verilog slides, SPICE slides, boolean algebra, discrete maths, calculus related to hardware, x64 guide, etc. </a:t>
            </a:r>
            <a:endParaRPr sz="1355"/>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6"/>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fontScale="90000"/>
          </a:bodyPr>
          <a:lstStyle/>
          <a:p>
            <a:pPr algn="l" indent="0" lvl="0" marL="0" rtl="0">
              <a:lnSpc>
                <a:spcPct val="100000"/>
              </a:lnSpc>
              <a:spcBef>
                <a:spcPts val="0"/>
              </a:spcBef>
              <a:spcAft>
                <a:spcPts val="0"/>
              </a:spcAft>
              <a:buSzPct val="111111"/>
              <a:buNone/>
            </a:pPr>
            <a:r>
              <a:rPr altLang="en" lang="en" u="sng">
                <a:solidFill>
                  <a:schemeClr val="accent5"/>
                </a:solidFill>
                <a:hlinkClick r:id="rId3">
                  <a:extLst>
                    <a:ext uri="{A12FA001-AC4F-418D-AE19-62706E023703}">
                      <ahyp:hlinkClr val="tx"/>
                    </a:ext>
                  </a:extLst>
                </a:hlinkClick>
              </a:rPr>
              <a:t>Todo list</a:t>
            </a:r>
            <a:endParaRPr/>
          </a:p>
          <a:p>
            <a:pPr algn="l" indent="0" lvl="0" marL="0" rtl="0">
              <a:lnSpc>
                <a:spcPct val="100000"/>
              </a:lnSpc>
              <a:spcBef>
                <a:spcPts val="0"/>
              </a:spcBef>
              <a:spcAft>
                <a:spcPts val="0"/>
              </a:spcAft>
              <a:buSzPct val="111111"/>
              <a:buNone/>
            </a:pPr>
            <a:r>
              <a:t/>
            </a:r>
            <a:endParaRPr/>
          </a:p>
        </p:txBody>
      </p:sp>
      <p:sp>
        <p:nvSpPr>
          <p:cNvPr id="356" name="Google Shape;356;p36"/>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Autofit/>
          </a:bodyPr>
          <a:lstStyle/>
          <a:p>
            <a:pPr algn="l" indent="0" lvl="0" marL="0" rtl="0">
              <a:lnSpc>
                <a:spcPct val="95000"/>
              </a:lnSpc>
              <a:spcBef>
                <a:spcPts val="0"/>
              </a:spcBef>
              <a:spcAft>
                <a:spcPts val="0"/>
              </a:spcAft>
              <a:buSzPts val="275"/>
              <a:buNone/>
            </a:pPr>
            <a:r>
              <a:rPr altLang="en" lang="en" sz="1025">
                <a:solidFill>
                  <a:srgbClr val="FFFFFF"/>
                </a:solidFill>
              </a:rPr>
              <a:t>1. Digital Design Projects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AES Encryption/Decryption using VHDL/Verilog: Secure your DATA TRANSMISSION with encryption techniques.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ALU (Arithmetic Logic Unit) Design: Implement a 16-BIT ALU with various ARITHMETIC and LOGIC OPERATIONS.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CPU Design (Simple RISC Processor): Build a BASIC RISC-BASED CPU to execute instructions.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Floating Point Unit (FPU) Design: Implement IEEE-754 floating point arithmetic for accurate NUMBER REPRESENTATION.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Digital Clock with Alarm: A fun FPGA-BASED CLOCK with LCD/LED DISPLAY and an ALARM FEATURE.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2. Verification &amp; Testing Projects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Verification of UART Protocol using SystemVerilog &amp; UVM: Test the UART PROTOCOL functionality and performance. 🧑‍💻</a:t>
            </a:r>
            <a:endParaRPr sz="1025">
              <a:solidFill>
                <a:srgbClr val="FFFFFF"/>
              </a:solidFill>
            </a:endParaRPr>
          </a:p>
          <a:p>
            <a:pPr algn="l" indent="0" lvl="0" marL="0" rtl="0">
              <a:lnSpc>
                <a:spcPct val="95000"/>
              </a:lnSpc>
              <a:spcBef>
                <a:spcPts val="1200"/>
              </a:spcBef>
              <a:spcAft>
                <a:spcPts val="0"/>
              </a:spcAft>
              <a:buSzPts val="275"/>
              <a:buNone/>
            </a:pPr>
            <a:r>
              <a:rPr altLang="en" lang="en" sz="1025">
                <a:solidFill>
                  <a:srgbClr val="FFFFFF"/>
                </a:solidFill>
              </a:rPr>
              <a:t>I2C/SPI Communication Protocol Verification: Verify the I2C/SPI PROTOCOLS for proper data communication. 🔄</a:t>
            </a:r>
            <a:endParaRPr sz="1025">
              <a:solidFill>
                <a:srgbClr val="FFFFFF"/>
              </a:solidFill>
            </a:endParaRPr>
          </a:p>
          <a:p>
            <a:pPr algn="l" indent="0" lvl="0" marL="0" rtl="0">
              <a:lnSpc>
                <a:spcPct val="95000"/>
              </a:lnSpc>
              <a:spcBef>
                <a:spcPts val="1200"/>
              </a:spcBef>
              <a:spcAft>
                <a:spcPts val="1200"/>
              </a:spcAft>
              <a:buSzPts val="275"/>
              <a:buNone/>
            </a:pPr>
            <a:r>
              <a:rPr altLang="en" lang="en" sz="1025">
                <a:solidFill>
                  <a:srgbClr val="FFFFFF"/>
                </a:solidFill>
              </a:rPr>
              <a:t>AXI Protocol Implementation &amp; Verification: Implement and verify the AXI PROTOCOL for HIGH-PERFORMANCE DATA TRANSFER. 🚀</a:t>
            </a:r>
            <a:endParaRPr sz="1025">
              <a:solidFill>
                <a:srgbClr val="FFFF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7"/>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t/>
            </a:r>
            <a:endParaRPr/>
          </a:p>
        </p:txBody>
      </p:sp>
      <p:sp>
        <p:nvSpPr>
          <p:cNvPr id="362" name="Google Shape;362;p37"/>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Autofit/>
          </a:bodyPr>
          <a:lstStyle/>
          <a:p>
            <a:pPr algn="l" indent="0" lvl="0" marL="0" rtl="0">
              <a:lnSpc>
                <a:spcPct val="115000"/>
              </a:lnSpc>
              <a:spcBef>
                <a:spcPts val="0"/>
              </a:spcBef>
              <a:spcAft>
                <a:spcPts val="0"/>
              </a:spcAft>
              <a:buSzPts val="1300"/>
              <a:buNone/>
            </a:pPr>
            <a:r>
              <a:rPr altLang="en" lang="en" sz="1200"/>
              <a:t>Memory Controller Verification: Test interfaces like DDR3/DDR4 MEMORY CONTROLLERS for seamless memory access. 💾</a:t>
            </a:r>
            <a:endParaRPr sz="1200"/>
          </a:p>
          <a:p>
            <a:pPr algn="l" indent="0" lvl="0" marL="0" rtl="0">
              <a:lnSpc>
                <a:spcPct val="115000"/>
              </a:lnSpc>
              <a:spcBef>
                <a:spcPts val="1200"/>
              </a:spcBef>
              <a:spcAft>
                <a:spcPts val="0"/>
              </a:spcAft>
              <a:buSzPts val="1300"/>
              <a:buNone/>
            </a:pPr>
            <a:r>
              <a:rPr altLang="en" lang="en" sz="1200"/>
              <a:t>3. Low-Power VLSI Design Projects ⚡</a:t>
            </a:r>
            <a:endParaRPr sz="1200"/>
          </a:p>
          <a:p>
            <a:pPr algn="l" indent="0" lvl="0" marL="0" rtl="0">
              <a:lnSpc>
                <a:spcPct val="115000"/>
              </a:lnSpc>
              <a:spcBef>
                <a:spcPts val="1200"/>
              </a:spcBef>
              <a:spcAft>
                <a:spcPts val="0"/>
              </a:spcAft>
              <a:buSzPts val="1300"/>
              <a:buNone/>
            </a:pPr>
            <a:r>
              <a:rPr altLang="en" lang="en" sz="1200"/>
              <a:t>Low-Power Flip-Flop Design: Use CLOCK GATING techniques to OPTIMIZE POWER CONSUMPTION in flip-flops. </a:t>
            </a:r>
            <a:endParaRPr sz="1200"/>
          </a:p>
          <a:p>
            <a:pPr algn="l" indent="0" lvl="0" marL="0" rtl="0">
              <a:lnSpc>
                <a:spcPct val="115000"/>
              </a:lnSpc>
              <a:spcBef>
                <a:spcPts val="1200"/>
              </a:spcBef>
              <a:spcAft>
                <a:spcPts val="0"/>
              </a:spcAft>
              <a:buSzPts val="1300"/>
              <a:buNone/>
            </a:pPr>
            <a:r>
              <a:rPr altLang="en" lang="en" sz="1200"/>
              <a:t>Power Optimization in FIR Filter Design: Apply APPROXIMATION TECHNIQUES to reduce POWER USAGE in FIR filters. 💡</a:t>
            </a:r>
            <a:endParaRPr sz="1200"/>
          </a:p>
          <a:p>
            <a:pPr algn="l" indent="0" lvl="0" marL="0" rtl="0">
              <a:lnSpc>
                <a:spcPct val="115000"/>
              </a:lnSpc>
              <a:spcBef>
                <a:spcPts val="1200"/>
              </a:spcBef>
              <a:spcAft>
                <a:spcPts val="0"/>
              </a:spcAft>
              <a:buSzPts val="1300"/>
              <a:buNone/>
            </a:pPr>
            <a:r>
              <a:rPr altLang="en" lang="en" sz="1200"/>
              <a:t>Low-Power Multiplier Design: Implement a BOOTH’S ALGORITHM or WALLACE TREE multiplier with LOW POWER CONSUMPTION. 🔋</a:t>
            </a:r>
            <a:endParaRPr sz="1200"/>
          </a:p>
          <a:p>
            <a:pPr algn="l" indent="0" lvl="0" marL="0" rtl="0">
              <a:lnSpc>
                <a:spcPct val="115000"/>
              </a:lnSpc>
              <a:spcBef>
                <a:spcPts val="1200"/>
              </a:spcBef>
              <a:spcAft>
                <a:spcPts val="0"/>
              </a:spcAft>
              <a:buSzPts val="1300"/>
              <a:buNone/>
            </a:pPr>
            <a:r>
              <a:rPr altLang="en" lang="en" sz="1200"/>
              <a:t>4. FPGA-Based Projects 🎛</a:t>
            </a:r>
            <a:endParaRPr sz="1200"/>
          </a:p>
          <a:p>
            <a:pPr algn="l" indent="0" lvl="0" marL="0" rtl="0">
              <a:lnSpc>
                <a:spcPct val="115000"/>
              </a:lnSpc>
              <a:spcBef>
                <a:spcPts val="1200"/>
              </a:spcBef>
              <a:spcAft>
                <a:spcPts val="1200"/>
              </a:spcAft>
              <a:buSzPts val="1300"/>
              <a:buNone/>
            </a:pPr>
            <a:r>
              <a:t/>
            </a:r>
            <a:endParaRPr sz="12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38"/>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t/>
            </a:r>
            <a:endParaRPr/>
          </a:p>
        </p:txBody>
      </p:sp>
      <p:sp>
        <p:nvSpPr>
          <p:cNvPr id="368" name="Google Shape;368;p38"/>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Autofit/>
          </a:bodyPr>
          <a:lstStyle/>
          <a:p>
            <a:pPr algn="l" indent="0" lvl="0" marL="0" rtl="0">
              <a:lnSpc>
                <a:spcPct val="115000"/>
              </a:lnSpc>
              <a:spcBef>
                <a:spcPts val="0"/>
              </a:spcBef>
              <a:spcAft>
                <a:spcPts val="0"/>
              </a:spcAft>
              <a:buSzPts val="1300"/>
              <a:buNone/>
            </a:pPr>
            <a:r>
              <a:rPr altLang="en" lang="en" sz="1200"/>
              <a:t>Image Processing using FPGA: Work on FACE DETECTION and EDGE DETECTION algorithms for IMAGE PROCESSING. 🖼</a:t>
            </a:r>
            <a:endParaRPr sz="1200"/>
          </a:p>
          <a:p>
            <a:pPr algn="l" indent="0" lvl="0" marL="0" rtl="0">
              <a:lnSpc>
                <a:spcPct val="115000"/>
              </a:lnSpc>
              <a:spcBef>
                <a:spcPts val="1200"/>
              </a:spcBef>
              <a:spcAft>
                <a:spcPts val="0"/>
              </a:spcAft>
              <a:buSzPts val="1300"/>
              <a:buNone/>
            </a:pPr>
            <a:r>
              <a:rPr altLang="en" lang="en" sz="1200"/>
              <a:t>Traffic Light Controller using FPGA: Design a TRAFFIC LIGHT SYSTEM based on REAL-TIME DATA inputs. 🚦</a:t>
            </a:r>
            <a:endParaRPr sz="1200"/>
          </a:p>
          <a:p>
            <a:pPr algn="l" indent="0" lvl="0" marL="0" rtl="0">
              <a:lnSpc>
                <a:spcPct val="115000"/>
              </a:lnSpc>
              <a:spcBef>
                <a:spcPts val="1200"/>
              </a:spcBef>
              <a:spcAft>
                <a:spcPts val="0"/>
              </a:spcAft>
              <a:buSzPts val="1300"/>
              <a:buNone/>
            </a:pPr>
            <a:r>
              <a:rPr altLang="en" lang="en" sz="1200"/>
              <a:t>Speech Recognition System on FPGA: Create a SPEECH RECOGNITION SYSTEM to convert speech into text. 🗣</a:t>
            </a:r>
            <a:endParaRPr sz="1200"/>
          </a:p>
          <a:p>
            <a:pPr algn="l" indent="0" lvl="0" marL="0" rtl="0">
              <a:lnSpc>
                <a:spcPct val="115000"/>
              </a:lnSpc>
              <a:spcBef>
                <a:spcPts val="1200"/>
              </a:spcBef>
              <a:spcAft>
                <a:spcPts val="0"/>
              </a:spcAft>
              <a:buSzPts val="1300"/>
              <a:buNone/>
            </a:pPr>
            <a:r>
              <a:rPr altLang="en" lang="en" sz="1200"/>
              <a:t>Cryptographic Hash Function Implementation on FPGA: Implement HASHING ALGORITHMS like SHA on FPGA for secure applications. 🔐</a:t>
            </a:r>
            <a:endParaRPr sz="1200"/>
          </a:p>
          <a:p>
            <a:pPr algn="l" indent="0" lvl="0" marL="0" rtl="0">
              <a:lnSpc>
                <a:spcPct val="115000"/>
              </a:lnSpc>
              <a:spcBef>
                <a:spcPts val="1200"/>
              </a:spcBef>
              <a:spcAft>
                <a:spcPts val="0"/>
              </a:spcAft>
              <a:buSzPts val="1300"/>
              <a:buNone/>
            </a:pPr>
            <a:r>
              <a:rPr altLang="en" lang="en" sz="1200"/>
              <a:t>5. Analog &amp; Mixed-Signal VLSI Projects ⚙</a:t>
            </a:r>
            <a:endParaRPr sz="1200"/>
          </a:p>
          <a:p>
            <a:pPr algn="l" indent="0" lvl="0" marL="0" rtl="0">
              <a:lnSpc>
                <a:spcPct val="115000"/>
              </a:lnSpc>
              <a:spcBef>
                <a:spcPts val="1200"/>
              </a:spcBef>
              <a:spcAft>
                <a:spcPts val="1200"/>
              </a:spcAft>
              <a:buSzPts val="1300"/>
              <a:buNone/>
            </a:pPr>
            <a:r>
              <a:rPr altLang="en" lang="en" sz="1200"/>
              <a:t>SAR ADC Design: Build a SUCCESSIVE APPROXIMATION REGISTER (SAR) ADC for ANALOG-TO-DIGITAL CONVERSION. 🧮</a:t>
            </a:r>
            <a:endParaRPr sz="12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9"/>
          <p:cNvSpPr txBox="1"/>
          <p:nvPr>
            <p:ph type="title"/>
          </p:nvPr>
        </p:nvSpPr>
        <p:spPr>
          <a:xfrm>
            <a:off x="1297500" y="393750"/>
            <a:ext cx="7038900" cy="914100"/>
          </a:xfrm>
          <a:prstGeom prst="rect">
            <a:avLst/>
          </a:prstGeom>
          <a:noFill/>
          <a:ln>
            <a:noFill/>
          </a:ln>
        </p:spPr>
        <p:txBody>
          <a:bodyPr anchor="t" anchorCtr="0" bIns="91425" lIns="91425" numCol="1" rIns="91425" spcFirstLastPara="1" tIns="91425" wrap="square">
            <a:normAutofit/>
          </a:bodyPr>
          <a:lstStyle/>
          <a:p>
            <a:pPr algn="l" indent="0" lvl="0" marL="0" rtl="0">
              <a:lnSpc>
                <a:spcPct val="100000"/>
              </a:lnSpc>
              <a:spcBef>
                <a:spcPts val="0"/>
              </a:spcBef>
              <a:spcAft>
                <a:spcPts val="0"/>
              </a:spcAft>
              <a:buSzPts val="2400"/>
              <a:buNone/>
            </a:pPr>
            <a:r>
              <a:t/>
            </a:r>
            <a:endParaRPr/>
          </a:p>
        </p:txBody>
      </p:sp>
      <p:sp>
        <p:nvSpPr>
          <p:cNvPr id="374" name="Google Shape;374;p39"/>
          <p:cNvSpPr txBox="1"/>
          <p:nvPr>
            <p:ph idx="1" type="body"/>
          </p:nvPr>
        </p:nvSpPr>
        <p:spPr>
          <a:xfrm>
            <a:off x="1297500" y="1567550"/>
            <a:ext cx="7038900" cy="2911200"/>
          </a:xfrm>
          <a:prstGeom prst="rect">
            <a:avLst/>
          </a:prstGeom>
          <a:noFill/>
          <a:ln>
            <a:noFill/>
          </a:ln>
        </p:spPr>
        <p:txBody>
          <a:bodyPr anchor="t" anchorCtr="0" bIns="91425" lIns="91425" numCol="1" rIns="91425" spcFirstLastPara="1" tIns="91425" wrap="square">
            <a:noAutofit/>
          </a:bodyPr>
          <a:lstStyle/>
          <a:p>
            <a:pPr algn="l" indent="0" lvl="0" marL="0" rtl="0">
              <a:lnSpc>
                <a:spcPct val="115000"/>
              </a:lnSpc>
              <a:spcBef>
                <a:spcPts val="0"/>
              </a:spcBef>
              <a:spcAft>
                <a:spcPts val="0"/>
              </a:spcAft>
              <a:buSzPts val="1300"/>
              <a:buNone/>
            </a:pPr>
            <a:r>
              <a:rPr altLang="en" lang="en" sz="1200"/>
              <a:t>CMOS Operational Amplifier Design: Design a LOW-POWER CMOS OP-AMP for signal processing. 🔌</a:t>
            </a:r>
            <a:endParaRPr sz="1200"/>
          </a:p>
          <a:p>
            <a:pPr algn="l" indent="0" lvl="0" marL="0" rtl="0">
              <a:lnSpc>
                <a:spcPct val="115000"/>
              </a:lnSpc>
              <a:spcBef>
                <a:spcPts val="1200"/>
              </a:spcBef>
              <a:spcAft>
                <a:spcPts val="0"/>
              </a:spcAft>
              <a:buSzPts val="1300"/>
              <a:buNone/>
            </a:pPr>
            <a:r>
              <a:rPr altLang="en" lang="en" sz="1200"/>
              <a:t>PLL (Phase-Locked Loop) Design: Develop a PLL CIRCUIT for generating STABLE CLOCK SIGNALS. ⏲</a:t>
            </a:r>
            <a:endParaRPr sz="1200"/>
          </a:p>
          <a:p>
            <a:pPr algn="l" indent="0" lvl="0" marL="0" rtl="0">
              <a:lnSpc>
                <a:spcPct val="115000"/>
              </a:lnSpc>
              <a:spcBef>
                <a:spcPts val="1200"/>
              </a:spcBef>
              <a:spcAft>
                <a:spcPts val="0"/>
              </a:spcAft>
              <a:buSzPts val="1300"/>
              <a:buNone/>
            </a:pPr>
            <a:r>
              <a:rPr altLang="en" lang="en" sz="1200"/>
              <a:t>Low Noise Amplifier (LNA) for RF APPLICATIONS: Design an LNA to amplify weak signals while minimizing NOISE. 📶</a:t>
            </a:r>
            <a:endParaRPr sz="1200"/>
          </a:p>
          <a:p>
            <a:pPr algn="l" indent="0" lvl="0" marL="0" rtl="0">
              <a:lnSpc>
                <a:spcPct val="115000"/>
              </a:lnSpc>
              <a:spcBef>
                <a:spcPts val="1200"/>
              </a:spcBef>
              <a:spcAft>
                <a:spcPts val="0"/>
              </a:spcAft>
              <a:buSzPts val="1300"/>
              <a:buNone/>
            </a:pPr>
            <a:r>
              <a:rPr altLang="en" lang="en" sz="1200"/>
              <a:t>6. AI/ML-Enabled VLSI Projects 🤖</a:t>
            </a:r>
            <a:endParaRPr sz="1200"/>
          </a:p>
          <a:p>
            <a:pPr algn="l" indent="0" lvl="0" marL="0" rtl="0">
              <a:lnSpc>
                <a:spcPct val="115000"/>
              </a:lnSpc>
              <a:spcBef>
                <a:spcPts val="1200"/>
              </a:spcBef>
              <a:spcAft>
                <a:spcPts val="0"/>
              </a:spcAft>
              <a:buSzPts val="1300"/>
              <a:buNone/>
            </a:pPr>
            <a:r>
              <a:rPr altLang="en" lang="en" sz="1200"/>
              <a:t>Edge AI Accelerator for TinyxML: Create a HARDWARE ACCELERATOR to run AI/ML MODELS on tiny devices. 💥</a:t>
            </a:r>
            <a:endParaRPr sz="1200"/>
          </a:p>
          <a:p>
            <a:pPr algn="l" indent="0" lvl="0" marL="0" rtl="0">
              <a:lnSpc>
                <a:spcPct val="115000"/>
              </a:lnSpc>
              <a:spcBef>
                <a:spcPts val="1200"/>
              </a:spcBef>
              <a:spcAft>
                <a:spcPts val="0"/>
              </a:spcAft>
              <a:buSzPts val="1300"/>
              <a:buNone/>
            </a:pPr>
            <a:r>
              <a:rPr altLang="en" lang="en" sz="1200"/>
              <a:t>Hardware Implementation of CNNs on FPGA: Design an FPGA-BASED SYSTEM for running CONVOLUTIONAL NEURAL NETWORKS (CNNs). 🧠</a:t>
            </a:r>
            <a:endParaRPr sz="1200"/>
          </a:p>
          <a:p>
            <a:pPr algn="l" indent="0" lvl="0" marL="0" rtl="0">
              <a:lnSpc>
                <a:spcPct val="115000"/>
              </a:lnSpc>
              <a:spcBef>
                <a:spcPts val="1200"/>
              </a:spcBef>
              <a:spcAft>
                <a:spcPts val="0"/>
              </a:spcAft>
              <a:buSzPts val="1300"/>
              <a:buNone/>
            </a:pPr>
            <a:r>
              <a:rPr altLang="en" lang="en" sz="1200"/>
              <a:t>Systolic Array Design for Deep Learning: Implement a SYSTOLIC ARRAY architecture to optimize DEEP LEARNING APPLICATIONS. 📊</a:t>
            </a:r>
            <a:endParaRPr sz="1200"/>
          </a:p>
          <a:p>
            <a:pPr algn="l" indent="0" lvl="0" marL="0" rtl="0">
              <a:lnSpc>
                <a:spcPct val="115000"/>
              </a:lnSpc>
              <a:spcBef>
                <a:spcPts val="1200"/>
              </a:spcBef>
              <a:spcAft>
                <a:spcPts val="1200"/>
              </a:spcAft>
              <a:buSzPts val="1300"/>
              <a:buNone/>
            </a:pPr>
            <a:r>
              <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algn="ctr" cap="flat" cmpd="sng" w="9525">
          <a:solidFill>
            <a:schemeClr val="phClr">
              <a:shade val="95000"/>
              <a:satMod val="105000"/>
            </a:schemeClr>
          </a:solidFill>
          <a:prstDash val="solid"/>
        </a:ln>
        <a:ln algn="ctr" cap="flat" cmpd="sng" w="25400">
          <a:solidFill>
            <a:schemeClr val="phClr"/>
          </a:solidFill>
          <a:prstDash val="solid"/>
        </a:ln>
        <a:ln algn="ctr" cap="flat" cmpd="sng" w="38100">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h="25400" w="635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b="180000" l="50000" r="50000" t="-80000"/>
          </a:path>
        </a:gradFill>
        <a:gradFill rotWithShape="1">
          <a:gsLst>
            <a:gs pos="0">
              <a:schemeClr val="phClr">
                <a:tint val="80000"/>
                <a:satMod val="300000"/>
              </a:schemeClr>
            </a:gs>
            <a:gs pos="100000">
              <a:schemeClr val="phClr">
                <a:shade val="30000"/>
                <a:satMod val="200000"/>
              </a:schemeClr>
            </a:gs>
          </a:gsLst>
          <a:path path="circle">
            <a:fillToRect b="50000" l="50000" r="50000" t="50000"/>
          </a:path>
        </a:gradFill>
      </a:bgFillStyleLst>
    </a:fmtScheme>
  </a:themeElements>
</a:theme>
</file>