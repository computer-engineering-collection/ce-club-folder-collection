
<file path=[Content_Types].xml><?xml version="1.0" encoding="utf-8"?>
<Types xmlns="http://schemas.openxmlformats.org/package/2006/content-types">
  <Default ContentType="application/x-fontdata" Extension="fntdata"/>
  <Default ContentType="image/jpeg" Extension="jpg"/>
  <Default ContentType="image/png" Extension="png"/>
  <Default ContentType="application/vnd.openxmlformats-package.relationships+xml" Extension="rels"/>
  <Default ContentType="application/xml" Extension="xml"/>
  <Override ContentType="application/vnd.openxmlformats-officedocument.presentationml.commentAuthors+xml" PartName="/ppt/commentAuthors.xml"/>
  <Override ContentType="application/vnd.openxmlformats-officedocument.presentationml.comments+xml" PartName="/ppt/comments/comment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xml"/>
  <Override ContentType="application/vnd.openxmlformats-officedocument.presentationml.notesSlide+xml" PartName="/ppt/notesSlides/notesSlide20.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xml"/>
  <Override ContentType="application/vnd.openxmlformats-officedocument.presentationml.slide+xml" PartName="/ppt/slides/slide20.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arget="ppt/presentation.xml" Type="http://schemas.openxmlformats.org/officeDocument/2006/relationships/officeDocument"/></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aveSubsetFonts="1" strictFirstAndLastChars="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p:notesSz cx="6858000" cy="9144000"/>
  <p:embeddedFontLst>
    <p:embeddedFont>
      <p:font typeface="Montserrat"/>
      <p:regular r:id="rId27"/>
      <p:bold r:id="rId28"/>
      <p:italic r:id="rId29"/>
      <p:boldItalic r:id="rId30"/>
    </p:embeddedFont>
    <p:embeddedFont>
      <p:font typeface="Lato"/>
      <p:regular r:id="rId31"/>
      <p:bold r:id="rId32"/>
      <p:italic r:id="rId33"/>
      <p:boldItalic r:id="rId34"/>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5" roundtripDataSignature="AMtx7mj3g+I9WMxgMmHn1EhtfLY73QT8D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Nikesh Pandey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d="100" n="100"/>
          <a:sy d="100" n="100"/>
        </p:scale>
        <p:origin x="0" y="0"/>
      </p:cViewPr>
      <p:guideLst>
        <p:guide orient="horz" pos="1620"/>
        <p:guide pos="2880"/>
      </p:guideLst>
    </p:cSldViewPr>
  </p:slideViewPr>
</p:viewPr>
</file>

<file path=ppt/_rels/presentation.xml.rels><?xml version="1.0" encoding="UTF-8" standalone="yes"?><Relationships xmlns="http://schemas.openxmlformats.org/package/2006/relationships"><Relationship Id="rId35" Target="metadata" Type="http://customschemas.google.com/relationships/presentationmetadata"/><Relationship Id="rId34" Target="fonts/Lato-boldItalic.fntdata" Type="http://schemas.openxmlformats.org/officeDocument/2006/relationships/font"/><Relationship Id="rId33" Target="fonts/Lato-italic.fntdata" Type="http://schemas.openxmlformats.org/officeDocument/2006/relationships/font"/><Relationship Id="rId32" Target="fonts/Lato-bold.fntdata" Type="http://schemas.openxmlformats.org/officeDocument/2006/relationships/font"/><Relationship Id="rId31" Target="fonts/Lato-regular.fntdata" Type="http://schemas.openxmlformats.org/officeDocument/2006/relationships/font"/><Relationship Id="rId30" Target="fonts/Montserrat-boldItalic.fntdata" Type="http://schemas.openxmlformats.org/officeDocument/2006/relationships/font"/><Relationship Id="rId27" Target="fonts/Montserrat-regular.fntdata" Type="http://schemas.openxmlformats.org/officeDocument/2006/relationships/font"/><Relationship Id="rId26" Target="slides/slide20.xml" Type="http://schemas.openxmlformats.org/officeDocument/2006/relationships/slide"/><Relationship Id="rId25" Target="slides/slide19.xml" Type="http://schemas.openxmlformats.org/officeDocument/2006/relationships/slide"/><Relationship Id="rId24" Target="slides/slide18.xml" Type="http://schemas.openxmlformats.org/officeDocument/2006/relationships/slide"/><Relationship Id="rId21" Target="slides/slide15.xml" Type="http://schemas.openxmlformats.org/officeDocument/2006/relationships/slide"/><Relationship Id="rId19" Target="slides/slide13.xml" Type="http://schemas.openxmlformats.org/officeDocument/2006/relationships/slide"/><Relationship Id="rId20" Target="slides/slide14.xml" Type="http://schemas.openxmlformats.org/officeDocument/2006/relationships/slide"/><Relationship Id="rId18" Target="slides/slide12.xml" Type="http://schemas.openxmlformats.org/officeDocument/2006/relationships/slide"/><Relationship Id="rId17" Target="slides/slide11.xml" Type="http://schemas.openxmlformats.org/officeDocument/2006/relationships/slide"/><Relationship Id="rId16" Target="slides/slide10.xml" Type="http://schemas.openxmlformats.org/officeDocument/2006/relationships/slide"/><Relationship Id="rId15" Target="slides/slide9.xml" Type="http://schemas.openxmlformats.org/officeDocument/2006/relationships/slide"/><Relationship Id="rId14" Target="slides/slide8.xml" Type="http://schemas.openxmlformats.org/officeDocument/2006/relationships/slide"/><Relationship Id="rId13" Target="slides/slide7.xml" Type="http://schemas.openxmlformats.org/officeDocument/2006/relationships/slide"/><Relationship Id="rId12" Target="slides/slide6.xml" Type="http://schemas.openxmlformats.org/officeDocument/2006/relationships/slide"/><Relationship Id="rId11" Target="slides/slide5.xml" Type="http://schemas.openxmlformats.org/officeDocument/2006/relationships/slide"/><Relationship Id="rId10" Target="slides/slide4.xml" Type="http://schemas.openxmlformats.org/officeDocument/2006/relationships/slide"/><Relationship Id="rId9" Target="slides/slide3.xml" Type="http://schemas.openxmlformats.org/officeDocument/2006/relationships/slide"/><Relationship Id="rId8" Target="slides/slide2.xml" Type="http://schemas.openxmlformats.org/officeDocument/2006/relationships/slide"/><Relationship Id="rId7" Target="slides/slide1.xml" Type="http://schemas.openxmlformats.org/officeDocument/2006/relationships/slide"/><Relationship Id="rId6" Target="notesMasters/notesMaster1.xml" Type="http://schemas.openxmlformats.org/officeDocument/2006/relationships/notesMaster"/><Relationship Id="rId5" Target="slideMasters/slideMaster1.xml" Type="http://schemas.openxmlformats.org/officeDocument/2006/relationships/slideMaster"/><Relationship Id="rId4" Target="commentAuthors.xml" Type="http://schemas.openxmlformats.org/officeDocument/2006/relationships/commentAuthors"/><Relationship Id="rId3" Target="presProps.xml" Type="http://schemas.openxmlformats.org/officeDocument/2006/relationships/presProps"/><Relationship Id="rId23" Target="slides/slide17.xml" Type="http://schemas.openxmlformats.org/officeDocument/2006/relationships/slide"/><Relationship Id="rId29" Target="fonts/Montserrat-italic.fntdata" Type="http://schemas.openxmlformats.org/officeDocument/2006/relationships/font"/><Relationship Id="rId2" Target="viewProps.xml" Type="http://schemas.openxmlformats.org/officeDocument/2006/relationships/viewProps"/><Relationship Id="rId22" Target="slides/slide16.xml" Type="http://schemas.openxmlformats.org/officeDocument/2006/relationships/slide"/><Relationship Id="rId28" Target="fonts/Montserrat-bold.fntdata" Type="http://schemas.openxmlformats.org/officeDocument/2006/relationships/font"/><Relationship Id="rId1" Target="theme/theme1.xml" Type="http://schemas.openxmlformats.org/officeDocument/2006/relationships/theme"/></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dt="2025-11-04T17:58:44.782" idx="1">
    <p:pos x="817" y="987"/>
    <p:text>?</p:text>
    <p:extLst>
      <p:ext uri="{C676402C-5697-4E1C-873F-D02D1690AC5C}">
        <p15:threadingInfo timeZoneBias="0"/>
      </p:ext>
      <p:ext uri="http://customooxmlschemas.google.com/">
        <go:slidesCustomData xmlns:go="http://customooxmlschemas.google.com/" commentPostId="AAABusJ0lsg"/>
      </p:ext>
    </p:extLst>
  </p:cm>
</p:cmLst>
</file>

<file path=ppt/notesMasters/_rels/notesMaster1.xml.rels><?xml version="1.0" encoding="UTF-8" standalone="yes"?><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4" name="Google Shape;4;n"/>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lvl1pPr algn="l" indent="-298450" lvl="0" marL="4572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1pPr>
            <a:lvl2pPr algn="l" indent="-298450" lvl="1" marL="9144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2pPr>
            <a:lvl3pPr algn="l" indent="-298450" lvl="2" marL="13716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3pPr>
            <a:lvl4pPr algn="l" indent="-298450" lvl="3" marL="18288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4pPr>
            <a:lvl5pPr algn="l" indent="-298450" lvl="4" marL="22860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5pPr>
            <a:lvl6pPr algn="l" indent="-298450" lvl="5" marL="27432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6pPr>
            <a:lvl7pPr algn="l" indent="-298450" lvl="6" marL="32004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7pPr>
            <a:lvl8pPr algn="l" indent="-298450" lvl="7" marL="36576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8pPr>
            <a:lvl9pPr algn="l" indent="-298450" lvl="8" marL="41148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folHlink="folHlink" hlink="hlink" tx1="dk1" tx2="lt2"/>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4.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5.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6.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7.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8.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9.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0.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1.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2.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3.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4.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5.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6.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7.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8.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9.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0.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012d8360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012d83600_0_5: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38" name="Google Shape;138;p1: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fa7f1d6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fa7f1d6a6_0_0: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51" name="Google Shape;151;p5: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58" name="Google Shape;158;p8: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64" name="Google Shape;164;p9: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70" name="Google Shape;170;p6: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77" name="Google Shape;177;p7: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83" name="Google Shape;183;p10: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90" name="Google Shape;190;p12: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97" name="Google Shape;197;p11: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03" name="Google Shape;203;p13: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09" name="Google Shape;209;p14: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15" name="Google Shape;215;p15: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21" name="Google Shape;221;p16: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27" name="Google Shape;227;p17: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34" name="Google Shape;234;p18: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40" name="Google Shape;240;p19: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52" name="Google Shape;252;p20: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58" name="Google Shape;258;p22: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4"/>
          <p:cNvSpPr/>
          <p:nvPr/>
        </p:nvSpPr>
        <p:spPr>
          <a:xfrm rot="5400000">
            <a:off x="7500300" y="505"/>
            <a:ext cx="1643700" cy="1643700"/>
          </a:xfrm>
          <a:prstGeom prst="diagStripe">
            <a:avLst>
              <a:gd fmla="val 0" name="adj"/>
            </a:avLst>
          </a:prstGeom>
          <a:solidFill>
            <a:schemeClr val="lt1">
              <a:alpha val="2745"/>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nvGrpSpPr>
          <p:cNvPr id="11" name="Google Shape;11;p34"/>
          <p:cNvGrpSpPr/>
          <p:nvPr/>
        </p:nvGrpSpPr>
        <p:grpSpPr>
          <a:xfrm>
            <a:off x="0" y="490"/>
            <a:ext cx="5153705" cy="5134399"/>
            <a:chOff x="0" y="75"/>
            <a:chExt cx="5153705" cy="5152950"/>
          </a:xfrm>
        </p:grpSpPr>
        <p:sp>
          <p:nvSpPr>
            <p:cNvPr id="12" name="Google Shape;12;p34"/>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3" name="Google Shape;13;p34"/>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4" name="Google Shape;14;p34"/>
            <p:cNvSpPr/>
            <p:nvPr/>
          </p:nvSpPr>
          <p:spPr>
            <a:xfrm rot="-5400000">
              <a:off x="1646" y="-75"/>
              <a:ext cx="2299800" cy="23001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5" name="Google Shape;15;p34"/>
            <p:cNvSpPr/>
            <p:nvPr/>
          </p:nvSpPr>
          <p:spPr>
            <a:xfrm flipH="1">
              <a:off x="652821" y="590035"/>
              <a:ext cx="2300100" cy="2299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16" name="Google Shape;16;p34"/>
          <p:cNvSpPr txBox="1"/>
          <p:nvPr>
            <p:ph type="ctrTitle"/>
          </p:nvPr>
        </p:nvSpPr>
        <p:spPr>
          <a:xfrm>
            <a:off x="3537150" y="1578400"/>
            <a:ext cx="5017500" cy="15789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4000"/>
              <a:buNone/>
              <a:defRPr sz="4000"/>
            </a:lvl1pPr>
            <a:lvl2pPr algn="l" lvl="1">
              <a:lnSpc>
                <a:spcPct val="100000"/>
              </a:lnSpc>
              <a:spcBef>
                <a:spcPts val="0"/>
              </a:spcBef>
              <a:spcAft>
                <a:spcPts val="0"/>
              </a:spcAft>
              <a:buSzPts val="4000"/>
              <a:buNone/>
              <a:defRPr sz="4000"/>
            </a:lvl2pPr>
            <a:lvl3pPr algn="l" lvl="2">
              <a:lnSpc>
                <a:spcPct val="100000"/>
              </a:lnSpc>
              <a:spcBef>
                <a:spcPts val="0"/>
              </a:spcBef>
              <a:spcAft>
                <a:spcPts val="0"/>
              </a:spcAft>
              <a:buSzPts val="4000"/>
              <a:buNone/>
              <a:defRPr sz="4000"/>
            </a:lvl3pPr>
            <a:lvl4pPr algn="l" lvl="3">
              <a:lnSpc>
                <a:spcPct val="100000"/>
              </a:lnSpc>
              <a:spcBef>
                <a:spcPts val="0"/>
              </a:spcBef>
              <a:spcAft>
                <a:spcPts val="0"/>
              </a:spcAft>
              <a:buSzPts val="4000"/>
              <a:buNone/>
              <a:defRPr sz="4000"/>
            </a:lvl4pPr>
            <a:lvl5pPr algn="l" lvl="4">
              <a:lnSpc>
                <a:spcPct val="100000"/>
              </a:lnSpc>
              <a:spcBef>
                <a:spcPts val="0"/>
              </a:spcBef>
              <a:spcAft>
                <a:spcPts val="0"/>
              </a:spcAft>
              <a:buSzPts val="4000"/>
              <a:buNone/>
              <a:defRPr sz="4000"/>
            </a:lvl5pPr>
            <a:lvl6pPr algn="l" lvl="5">
              <a:lnSpc>
                <a:spcPct val="100000"/>
              </a:lnSpc>
              <a:spcBef>
                <a:spcPts val="0"/>
              </a:spcBef>
              <a:spcAft>
                <a:spcPts val="0"/>
              </a:spcAft>
              <a:buSzPts val="4000"/>
              <a:buNone/>
              <a:defRPr sz="4000"/>
            </a:lvl6pPr>
            <a:lvl7pPr algn="l" lvl="6">
              <a:lnSpc>
                <a:spcPct val="100000"/>
              </a:lnSpc>
              <a:spcBef>
                <a:spcPts val="0"/>
              </a:spcBef>
              <a:spcAft>
                <a:spcPts val="0"/>
              </a:spcAft>
              <a:buSzPts val="4000"/>
              <a:buNone/>
              <a:defRPr sz="4000"/>
            </a:lvl7pPr>
            <a:lvl8pPr algn="l" lvl="7">
              <a:lnSpc>
                <a:spcPct val="100000"/>
              </a:lnSpc>
              <a:spcBef>
                <a:spcPts val="0"/>
              </a:spcBef>
              <a:spcAft>
                <a:spcPts val="0"/>
              </a:spcAft>
              <a:buSzPts val="4000"/>
              <a:buNone/>
              <a:defRPr sz="4000"/>
            </a:lvl8pPr>
            <a:lvl9pPr algn="l" lvl="8">
              <a:lnSpc>
                <a:spcPct val="100000"/>
              </a:lnSpc>
              <a:spcBef>
                <a:spcPts val="0"/>
              </a:spcBef>
              <a:spcAft>
                <a:spcPts val="0"/>
              </a:spcAft>
              <a:buSzPts val="4000"/>
              <a:buNone/>
              <a:defRPr sz="4000"/>
            </a:lvl9pPr>
          </a:lstStyle>
          <a:p/>
        </p:txBody>
      </p:sp>
      <p:sp>
        <p:nvSpPr>
          <p:cNvPr id="17" name="Google Shape;17;p34"/>
          <p:cNvSpPr txBox="1"/>
          <p:nvPr>
            <p:ph idx="1" type="subTitle"/>
          </p:nvPr>
        </p:nvSpPr>
        <p:spPr>
          <a:xfrm>
            <a:off x="5083950" y="3924925"/>
            <a:ext cx="3470700" cy="506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1300"/>
              <a:buNone/>
              <a:defRPr/>
            </a:lvl1pPr>
            <a:lvl2pPr algn="l" lvl="1">
              <a:lnSpc>
                <a:spcPct val="100000"/>
              </a:lnSpc>
              <a:spcBef>
                <a:spcPts val="0"/>
              </a:spcBef>
              <a:spcAft>
                <a:spcPts val="0"/>
              </a:spcAft>
              <a:buSzPts val="1300"/>
              <a:buNone/>
              <a:defRPr sz="1300"/>
            </a:lvl2pPr>
            <a:lvl3pPr algn="l" lvl="2">
              <a:lnSpc>
                <a:spcPct val="100000"/>
              </a:lnSpc>
              <a:spcBef>
                <a:spcPts val="0"/>
              </a:spcBef>
              <a:spcAft>
                <a:spcPts val="0"/>
              </a:spcAft>
              <a:buSzPts val="1300"/>
              <a:buNone/>
              <a:defRPr sz="1300"/>
            </a:lvl3pPr>
            <a:lvl4pPr algn="l" lvl="3">
              <a:lnSpc>
                <a:spcPct val="100000"/>
              </a:lnSpc>
              <a:spcBef>
                <a:spcPts val="0"/>
              </a:spcBef>
              <a:spcAft>
                <a:spcPts val="0"/>
              </a:spcAft>
              <a:buSzPts val="1300"/>
              <a:buNone/>
              <a:defRPr sz="1300"/>
            </a:lvl4pPr>
            <a:lvl5pPr algn="l" lvl="4">
              <a:lnSpc>
                <a:spcPct val="100000"/>
              </a:lnSpc>
              <a:spcBef>
                <a:spcPts val="0"/>
              </a:spcBef>
              <a:spcAft>
                <a:spcPts val="0"/>
              </a:spcAft>
              <a:buSzPts val="1300"/>
              <a:buNone/>
              <a:defRPr sz="1300"/>
            </a:lvl5pPr>
            <a:lvl6pPr algn="l" lvl="5">
              <a:lnSpc>
                <a:spcPct val="100000"/>
              </a:lnSpc>
              <a:spcBef>
                <a:spcPts val="0"/>
              </a:spcBef>
              <a:spcAft>
                <a:spcPts val="0"/>
              </a:spcAft>
              <a:buSzPts val="1300"/>
              <a:buNone/>
              <a:defRPr sz="1300"/>
            </a:lvl6pPr>
            <a:lvl7pPr algn="l" lvl="6">
              <a:lnSpc>
                <a:spcPct val="100000"/>
              </a:lnSpc>
              <a:spcBef>
                <a:spcPts val="0"/>
              </a:spcBef>
              <a:spcAft>
                <a:spcPts val="0"/>
              </a:spcAft>
              <a:buSzPts val="1300"/>
              <a:buNone/>
              <a:defRPr sz="1300"/>
            </a:lvl7pPr>
            <a:lvl8pPr algn="l" lvl="7">
              <a:lnSpc>
                <a:spcPct val="100000"/>
              </a:lnSpc>
              <a:spcBef>
                <a:spcPts val="0"/>
              </a:spcBef>
              <a:spcAft>
                <a:spcPts val="0"/>
              </a:spcAft>
              <a:buSzPts val="1300"/>
              <a:buNone/>
              <a:defRPr sz="1300"/>
            </a:lvl8pPr>
            <a:lvl9pPr algn="l" lvl="8">
              <a:lnSpc>
                <a:spcPct val="100000"/>
              </a:lnSpc>
              <a:spcBef>
                <a:spcPts val="0"/>
              </a:spcBef>
              <a:spcAft>
                <a:spcPts val="0"/>
              </a:spcAft>
              <a:buSzPts val="1300"/>
              <a:buNone/>
              <a:defRPr sz="1300"/>
            </a:lvl9pPr>
          </a:lstStyle>
          <a:p/>
        </p:txBody>
      </p:sp>
      <p:sp>
        <p:nvSpPr>
          <p:cNvPr id="18" name="Google Shape;18;p34"/>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grpSp>
        <p:nvGrpSpPr>
          <p:cNvPr id="20" name="Google Shape;20;p35"/>
          <p:cNvGrpSpPr/>
          <p:nvPr/>
        </p:nvGrpSpPr>
        <p:grpSpPr>
          <a:xfrm>
            <a:off x="0" y="381001"/>
            <a:ext cx="1037850" cy="1016288"/>
            <a:chOff x="0" y="381001"/>
            <a:chExt cx="1037850" cy="1016288"/>
          </a:xfrm>
        </p:grpSpPr>
        <p:sp>
          <p:nvSpPr>
            <p:cNvPr id="21" name="Google Shape;21;p35"/>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22" name="Google Shape;22;p35"/>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23" name="Google Shape;23;p35"/>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24" name="Google Shape;24;p35"/>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25" name="Google Shape;25;p35"/>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grpSp>
        <p:nvGrpSpPr>
          <p:cNvPr id="27" name="Google Shape;27;p36"/>
          <p:cNvGrpSpPr/>
          <p:nvPr/>
        </p:nvGrpSpPr>
        <p:grpSpPr>
          <a:xfrm>
            <a:off x="4406400" y="0"/>
            <a:ext cx="4737600" cy="5143065"/>
            <a:chOff x="4406400" y="0"/>
            <a:chExt cx="4737600" cy="5143065"/>
          </a:xfrm>
        </p:grpSpPr>
        <p:sp>
          <p:nvSpPr>
            <p:cNvPr id="28" name="Google Shape;28;p36"/>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29" name="Google Shape;29;p36"/>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0" name="Google Shape;30;p36"/>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1" name="Google Shape;31;p36"/>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2" name="Google Shape;32;p36"/>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3" name="Google Shape;33;p36"/>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4" name="Google Shape;34;p36"/>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5" name="Google Shape;35;p36"/>
            <p:cNvSpPr/>
            <p:nvPr/>
          </p:nvSpPr>
          <p:spPr>
            <a:xfrm flipH="1">
              <a:off x="6908099" y="2069505"/>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6" name="Google Shape;36;p36"/>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7" name="Google Shape;37;p36"/>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8" name="Google Shape;38;p36"/>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9" name="Google Shape;39;p36"/>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0" name="Google Shape;40;p36"/>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1" name="Google Shape;41;p36"/>
            <p:cNvSpPr/>
            <p:nvPr/>
          </p:nvSpPr>
          <p:spPr>
            <a:xfrm rot="-5400000">
              <a:off x="7227414" y="3710807"/>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2" name="Google Shape;42;p36"/>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3" name="Google Shape;43;p36"/>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4" name="Google Shape;44;p36"/>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5" name="Google Shape;45;p36"/>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46" name="Google Shape;46;p36"/>
          <p:cNvSpPr txBox="1"/>
          <p:nvPr>
            <p:ph type="title"/>
          </p:nvPr>
        </p:nvSpPr>
        <p:spPr>
          <a:xfrm>
            <a:off x="823850" y="2053000"/>
            <a:ext cx="4587000" cy="1148700"/>
          </a:xfrm>
          <a:prstGeom prst="rect">
            <a:avLst/>
          </a:prstGeom>
          <a:noFill/>
          <a:ln>
            <a:noFill/>
          </a:ln>
        </p:spPr>
        <p:txBody>
          <a:bodyPr anchor="ctr" anchorCtr="0" bIns="91425" lIns="91425" numCol="1" rIns="91425" spcFirstLastPara="1" tIns="91425" wrap="square">
            <a:normAutofit/>
          </a:bodyPr>
          <a:lstStyle>
            <a:lvl1pPr algn="l" lvl="0">
              <a:lnSpc>
                <a:spcPct val="100000"/>
              </a:lnSpc>
              <a:spcBef>
                <a:spcPts val="0"/>
              </a:spcBef>
              <a:spcAft>
                <a:spcPts val="0"/>
              </a:spcAft>
              <a:buSzPts val="2800"/>
              <a:buNone/>
              <a:defRPr/>
            </a:lvl1pPr>
            <a:lvl2pPr algn="l" lvl="1">
              <a:lnSpc>
                <a:spcPct val="100000"/>
              </a:lnSpc>
              <a:spcBef>
                <a:spcPts val="0"/>
              </a:spcBef>
              <a:spcAft>
                <a:spcPts val="0"/>
              </a:spcAft>
              <a:buSzPts val="2800"/>
              <a:buNone/>
              <a:defRPr/>
            </a:lvl2pPr>
            <a:lvl3pPr algn="l" lvl="2">
              <a:lnSpc>
                <a:spcPct val="100000"/>
              </a:lnSpc>
              <a:spcBef>
                <a:spcPts val="0"/>
              </a:spcBef>
              <a:spcAft>
                <a:spcPts val="0"/>
              </a:spcAft>
              <a:buSzPts val="2800"/>
              <a:buNone/>
              <a:defRPr/>
            </a:lvl3pPr>
            <a:lvl4pPr algn="l" lvl="3">
              <a:lnSpc>
                <a:spcPct val="100000"/>
              </a:lnSpc>
              <a:spcBef>
                <a:spcPts val="0"/>
              </a:spcBef>
              <a:spcAft>
                <a:spcPts val="0"/>
              </a:spcAft>
              <a:buSzPts val="2800"/>
              <a:buNone/>
              <a:defRPr/>
            </a:lvl4pPr>
            <a:lvl5pPr algn="l" lvl="4">
              <a:lnSpc>
                <a:spcPct val="100000"/>
              </a:lnSpc>
              <a:spcBef>
                <a:spcPts val="0"/>
              </a:spcBef>
              <a:spcAft>
                <a:spcPts val="0"/>
              </a:spcAft>
              <a:buSzPts val="2800"/>
              <a:buNone/>
              <a:defRPr/>
            </a:lvl5pPr>
            <a:lvl6pPr algn="l" lvl="5">
              <a:lnSpc>
                <a:spcPct val="100000"/>
              </a:lnSpc>
              <a:spcBef>
                <a:spcPts val="0"/>
              </a:spcBef>
              <a:spcAft>
                <a:spcPts val="0"/>
              </a:spcAft>
              <a:buSzPts val="2800"/>
              <a:buNone/>
              <a:defRPr/>
            </a:lvl6pPr>
            <a:lvl7pPr algn="l" lvl="6">
              <a:lnSpc>
                <a:spcPct val="100000"/>
              </a:lnSpc>
              <a:spcBef>
                <a:spcPts val="0"/>
              </a:spcBef>
              <a:spcAft>
                <a:spcPts val="0"/>
              </a:spcAft>
              <a:buSzPts val="2800"/>
              <a:buNone/>
              <a:defRPr/>
            </a:lvl7pPr>
            <a:lvl8pPr algn="l" lvl="7">
              <a:lnSpc>
                <a:spcPct val="100000"/>
              </a:lnSpc>
              <a:spcBef>
                <a:spcPts val="0"/>
              </a:spcBef>
              <a:spcAft>
                <a:spcPts val="0"/>
              </a:spcAft>
              <a:buSzPts val="2800"/>
              <a:buNone/>
              <a:defRPr/>
            </a:lvl8pPr>
            <a:lvl9pPr algn="l" lvl="8">
              <a:lnSpc>
                <a:spcPct val="100000"/>
              </a:lnSpc>
              <a:spcBef>
                <a:spcPts val="0"/>
              </a:spcBef>
              <a:spcAft>
                <a:spcPts val="0"/>
              </a:spcAft>
              <a:buSzPts val="2800"/>
              <a:buNone/>
              <a:defRPr/>
            </a:lvl9pPr>
          </a:lstStyle>
          <a:p/>
        </p:txBody>
      </p:sp>
      <p:sp>
        <p:nvSpPr>
          <p:cNvPr id="47" name="Google Shape;47;p36"/>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37"/>
          <p:cNvGrpSpPr/>
          <p:nvPr/>
        </p:nvGrpSpPr>
        <p:grpSpPr>
          <a:xfrm>
            <a:off x="0" y="381001"/>
            <a:ext cx="1037850" cy="1016288"/>
            <a:chOff x="0" y="381001"/>
            <a:chExt cx="1037850" cy="1016288"/>
          </a:xfrm>
        </p:grpSpPr>
        <p:sp>
          <p:nvSpPr>
            <p:cNvPr id="50" name="Google Shape;50;p37"/>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51" name="Google Shape;51;p37"/>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52" name="Google Shape;52;p37"/>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53" name="Google Shape;53;p37"/>
          <p:cNvSpPr txBox="1"/>
          <p:nvPr>
            <p:ph idx="1" type="body"/>
          </p:nvPr>
        </p:nvSpPr>
        <p:spPr>
          <a:xfrm>
            <a:off x="1297500" y="1567550"/>
            <a:ext cx="3403200" cy="29112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54" name="Google Shape;54;p37"/>
          <p:cNvSpPr txBox="1"/>
          <p:nvPr>
            <p:ph idx="2" type="body"/>
          </p:nvPr>
        </p:nvSpPr>
        <p:spPr>
          <a:xfrm>
            <a:off x="4933221" y="1567550"/>
            <a:ext cx="3403200" cy="29112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55" name="Google Shape;55;p37"/>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38"/>
          <p:cNvGrpSpPr/>
          <p:nvPr/>
        </p:nvGrpSpPr>
        <p:grpSpPr>
          <a:xfrm>
            <a:off x="0" y="381001"/>
            <a:ext cx="1037850" cy="1016288"/>
            <a:chOff x="0" y="381001"/>
            <a:chExt cx="1037850" cy="1016288"/>
          </a:xfrm>
        </p:grpSpPr>
        <p:sp>
          <p:nvSpPr>
            <p:cNvPr id="58" name="Google Shape;58;p38"/>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59" name="Google Shape;59;p38"/>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60" name="Google Shape;60;p38"/>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61" name="Google Shape;61;p38"/>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39"/>
          <p:cNvGrpSpPr/>
          <p:nvPr/>
        </p:nvGrpSpPr>
        <p:grpSpPr>
          <a:xfrm>
            <a:off x="0" y="381001"/>
            <a:ext cx="1037850" cy="1016288"/>
            <a:chOff x="0" y="381001"/>
            <a:chExt cx="1037850" cy="1016288"/>
          </a:xfrm>
        </p:grpSpPr>
        <p:sp>
          <p:nvSpPr>
            <p:cNvPr id="64" name="Google Shape;64;p39"/>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65" name="Google Shape;65;p39"/>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66" name="Google Shape;66;p39"/>
          <p:cNvSpPr txBox="1"/>
          <p:nvPr>
            <p:ph type="title"/>
          </p:nvPr>
        </p:nvSpPr>
        <p:spPr>
          <a:xfrm>
            <a:off x="1297500" y="393750"/>
            <a:ext cx="3798900" cy="1493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67" name="Google Shape;67;p39"/>
          <p:cNvSpPr txBox="1"/>
          <p:nvPr>
            <p:ph idx="1" type="body"/>
          </p:nvPr>
        </p:nvSpPr>
        <p:spPr>
          <a:xfrm>
            <a:off x="1297500" y="1972550"/>
            <a:ext cx="3798900" cy="24159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68" name="Google Shape;68;p39"/>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40"/>
          <p:cNvGrpSpPr/>
          <p:nvPr/>
        </p:nvGrpSpPr>
        <p:grpSpPr>
          <a:xfrm>
            <a:off x="4406400" y="0"/>
            <a:ext cx="4737600" cy="5143500"/>
            <a:chOff x="4406400" y="0"/>
            <a:chExt cx="4737600" cy="5143500"/>
          </a:xfrm>
        </p:grpSpPr>
        <p:sp>
          <p:nvSpPr>
            <p:cNvPr id="71" name="Google Shape;71;p40"/>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2" name="Google Shape;72;p40"/>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3" name="Google Shape;73;p40"/>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4" name="Google Shape;74;p40"/>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5" name="Google Shape;75;p40"/>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6" name="Google Shape;76;p40"/>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7" name="Google Shape;77;p40"/>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8" name="Google Shape;78;p40"/>
            <p:cNvSpPr/>
            <p:nvPr/>
          </p:nvSpPr>
          <p:spPr>
            <a:xfrm flipH="1">
              <a:off x="6908099" y="2069680"/>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9" name="Google Shape;79;p40"/>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0" name="Google Shape;80;p40"/>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1" name="Google Shape;81;p40"/>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2" name="Google Shape;82;p40"/>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3" name="Google Shape;83;p40"/>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4" name="Google Shape;84;p40"/>
            <p:cNvSpPr/>
            <p:nvPr/>
          </p:nvSpPr>
          <p:spPr>
            <a:xfrm rot="-5400000">
              <a:off x="7227414" y="3711189"/>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5" name="Google Shape;85;p40"/>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6" name="Google Shape;86;p40"/>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7" name="Google Shape;87;p40"/>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8" name="Google Shape;88;p40"/>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89" name="Google Shape;89;p40"/>
          <p:cNvSpPr txBox="1"/>
          <p:nvPr>
            <p:ph type="title"/>
          </p:nvPr>
        </p:nvSpPr>
        <p:spPr>
          <a:xfrm>
            <a:off x="823850" y="866775"/>
            <a:ext cx="4587000" cy="3521100"/>
          </a:xfrm>
          <a:prstGeom prst="rect">
            <a:avLst/>
          </a:prstGeom>
          <a:noFill/>
          <a:ln>
            <a:noFill/>
          </a:ln>
        </p:spPr>
        <p:txBody>
          <a:bodyPr anchor="ctr" anchorCtr="0" bIns="91425" lIns="91425" numCol="1" rIns="91425" spcFirstLastPara="1" tIns="91425" wrap="square">
            <a:normAutofit/>
          </a:bodyPr>
          <a:lstStyle>
            <a:lvl1pPr algn="l" lvl="0">
              <a:lnSpc>
                <a:spcPct val="100000"/>
              </a:lnSpc>
              <a:spcBef>
                <a:spcPts val="0"/>
              </a:spcBef>
              <a:spcAft>
                <a:spcPts val="0"/>
              </a:spcAft>
              <a:buSzPts val="2800"/>
              <a:buNone/>
              <a:defRPr/>
            </a:lvl1pPr>
            <a:lvl2pPr algn="l" lvl="1">
              <a:lnSpc>
                <a:spcPct val="100000"/>
              </a:lnSpc>
              <a:spcBef>
                <a:spcPts val="0"/>
              </a:spcBef>
              <a:spcAft>
                <a:spcPts val="0"/>
              </a:spcAft>
              <a:buSzPts val="2800"/>
              <a:buNone/>
              <a:defRPr/>
            </a:lvl2pPr>
            <a:lvl3pPr algn="l" lvl="2">
              <a:lnSpc>
                <a:spcPct val="100000"/>
              </a:lnSpc>
              <a:spcBef>
                <a:spcPts val="0"/>
              </a:spcBef>
              <a:spcAft>
                <a:spcPts val="0"/>
              </a:spcAft>
              <a:buSzPts val="2800"/>
              <a:buNone/>
              <a:defRPr/>
            </a:lvl3pPr>
            <a:lvl4pPr algn="l" lvl="3">
              <a:lnSpc>
                <a:spcPct val="100000"/>
              </a:lnSpc>
              <a:spcBef>
                <a:spcPts val="0"/>
              </a:spcBef>
              <a:spcAft>
                <a:spcPts val="0"/>
              </a:spcAft>
              <a:buSzPts val="2800"/>
              <a:buNone/>
              <a:defRPr/>
            </a:lvl4pPr>
            <a:lvl5pPr algn="l" lvl="4">
              <a:lnSpc>
                <a:spcPct val="100000"/>
              </a:lnSpc>
              <a:spcBef>
                <a:spcPts val="0"/>
              </a:spcBef>
              <a:spcAft>
                <a:spcPts val="0"/>
              </a:spcAft>
              <a:buSzPts val="2800"/>
              <a:buNone/>
              <a:defRPr/>
            </a:lvl5pPr>
            <a:lvl6pPr algn="l" lvl="5">
              <a:lnSpc>
                <a:spcPct val="100000"/>
              </a:lnSpc>
              <a:spcBef>
                <a:spcPts val="0"/>
              </a:spcBef>
              <a:spcAft>
                <a:spcPts val="0"/>
              </a:spcAft>
              <a:buSzPts val="2800"/>
              <a:buNone/>
              <a:defRPr/>
            </a:lvl6pPr>
            <a:lvl7pPr algn="l" lvl="6">
              <a:lnSpc>
                <a:spcPct val="100000"/>
              </a:lnSpc>
              <a:spcBef>
                <a:spcPts val="0"/>
              </a:spcBef>
              <a:spcAft>
                <a:spcPts val="0"/>
              </a:spcAft>
              <a:buSzPts val="2800"/>
              <a:buNone/>
              <a:defRPr/>
            </a:lvl7pPr>
            <a:lvl8pPr algn="l" lvl="7">
              <a:lnSpc>
                <a:spcPct val="100000"/>
              </a:lnSpc>
              <a:spcBef>
                <a:spcPts val="0"/>
              </a:spcBef>
              <a:spcAft>
                <a:spcPts val="0"/>
              </a:spcAft>
              <a:buSzPts val="2800"/>
              <a:buNone/>
              <a:defRPr/>
            </a:lvl8pPr>
            <a:lvl9pPr algn="l" lvl="8">
              <a:lnSpc>
                <a:spcPct val="100000"/>
              </a:lnSpc>
              <a:spcBef>
                <a:spcPts val="0"/>
              </a:spcBef>
              <a:spcAft>
                <a:spcPts val="0"/>
              </a:spcAft>
              <a:buSzPts val="2800"/>
              <a:buNone/>
              <a:defRPr/>
            </a:lvl9pPr>
          </a:lstStyle>
          <a:p/>
        </p:txBody>
      </p:sp>
      <p:sp>
        <p:nvSpPr>
          <p:cNvPr id="90" name="Google Shape;90;p40"/>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41"/>
          <p:cNvGrpSpPr/>
          <p:nvPr/>
        </p:nvGrpSpPr>
        <p:grpSpPr>
          <a:xfrm>
            <a:off x="0" y="381001"/>
            <a:ext cx="1037850" cy="1016288"/>
            <a:chOff x="0" y="381001"/>
            <a:chExt cx="1037850" cy="1016288"/>
          </a:xfrm>
        </p:grpSpPr>
        <p:sp>
          <p:nvSpPr>
            <p:cNvPr id="93" name="Google Shape;93;p41"/>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94" name="Google Shape;94;p41"/>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95" name="Google Shape;95;p41"/>
          <p:cNvSpPr txBox="1"/>
          <p:nvPr>
            <p:ph type="title"/>
          </p:nvPr>
        </p:nvSpPr>
        <p:spPr>
          <a:xfrm>
            <a:off x="1297500" y="1658325"/>
            <a:ext cx="3036300" cy="17517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96" name="Google Shape;96;p41"/>
          <p:cNvSpPr txBox="1"/>
          <p:nvPr>
            <p:ph idx="1" type="subTitle"/>
          </p:nvPr>
        </p:nvSpPr>
        <p:spPr>
          <a:xfrm>
            <a:off x="1297500" y="3538000"/>
            <a:ext cx="3036300" cy="506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1300"/>
              <a:buNone/>
              <a:defRPr/>
            </a:lvl1pPr>
            <a:lvl2pPr algn="l" lvl="1">
              <a:lnSpc>
                <a:spcPct val="100000"/>
              </a:lnSpc>
              <a:spcBef>
                <a:spcPts val="0"/>
              </a:spcBef>
              <a:spcAft>
                <a:spcPts val="0"/>
              </a:spcAft>
              <a:buSzPts val="1300"/>
              <a:buNone/>
              <a:defRPr sz="1300"/>
            </a:lvl2pPr>
            <a:lvl3pPr algn="l" lvl="2">
              <a:lnSpc>
                <a:spcPct val="100000"/>
              </a:lnSpc>
              <a:spcBef>
                <a:spcPts val="0"/>
              </a:spcBef>
              <a:spcAft>
                <a:spcPts val="0"/>
              </a:spcAft>
              <a:buSzPts val="1300"/>
              <a:buNone/>
              <a:defRPr sz="1300"/>
            </a:lvl3pPr>
            <a:lvl4pPr algn="l" lvl="3">
              <a:lnSpc>
                <a:spcPct val="100000"/>
              </a:lnSpc>
              <a:spcBef>
                <a:spcPts val="0"/>
              </a:spcBef>
              <a:spcAft>
                <a:spcPts val="0"/>
              </a:spcAft>
              <a:buSzPts val="1300"/>
              <a:buNone/>
              <a:defRPr sz="1300"/>
            </a:lvl4pPr>
            <a:lvl5pPr algn="l" lvl="4">
              <a:lnSpc>
                <a:spcPct val="100000"/>
              </a:lnSpc>
              <a:spcBef>
                <a:spcPts val="0"/>
              </a:spcBef>
              <a:spcAft>
                <a:spcPts val="0"/>
              </a:spcAft>
              <a:buSzPts val="1300"/>
              <a:buNone/>
              <a:defRPr sz="1300"/>
            </a:lvl5pPr>
            <a:lvl6pPr algn="l" lvl="5">
              <a:lnSpc>
                <a:spcPct val="100000"/>
              </a:lnSpc>
              <a:spcBef>
                <a:spcPts val="0"/>
              </a:spcBef>
              <a:spcAft>
                <a:spcPts val="0"/>
              </a:spcAft>
              <a:buSzPts val="1300"/>
              <a:buNone/>
              <a:defRPr sz="1300"/>
            </a:lvl6pPr>
            <a:lvl7pPr algn="l" lvl="6">
              <a:lnSpc>
                <a:spcPct val="100000"/>
              </a:lnSpc>
              <a:spcBef>
                <a:spcPts val="0"/>
              </a:spcBef>
              <a:spcAft>
                <a:spcPts val="0"/>
              </a:spcAft>
              <a:buSzPts val="1300"/>
              <a:buNone/>
              <a:defRPr sz="1300"/>
            </a:lvl7pPr>
            <a:lvl8pPr algn="l" lvl="7">
              <a:lnSpc>
                <a:spcPct val="100000"/>
              </a:lnSpc>
              <a:spcBef>
                <a:spcPts val="0"/>
              </a:spcBef>
              <a:spcAft>
                <a:spcPts val="0"/>
              </a:spcAft>
              <a:buSzPts val="1300"/>
              <a:buNone/>
              <a:defRPr sz="1300"/>
            </a:lvl8pPr>
            <a:lvl9pPr algn="l" lvl="8">
              <a:lnSpc>
                <a:spcPct val="100000"/>
              </a:lnSpc>
              <a:spcBef>
                <a:spcPts val="0"/>
              </a:spcBef>
              <a:spcAft>
                <a:spcPts val="0"/>
              </a:spcAft>
              <a:buSzPts val="1300"/>
              <a:buNone/>
              <a:defRPr sz="1300"/>
            </a:lvl9pPr>
          </a:lstStyle>
          <a:p/>
        </p:txBody>
      </p:sp>
      <p:sp>
        <p:nvSpPr>
          <p:cNvPr id="97" name="Google Shape;97;p41"/>
          <p:cNvSpPr txBox="1"/>
          <p:nvPr>
            <p:ph idx="2" type="body"/>
          </p:nvPr>
        </p:nvSpPr>
        <p:spPr>
          <a:xfrm>
            <a:off x="4648200" y="1696600"/>
            <a:ext cx="3676800" cy="23475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98" name="Google Shape;98;p41"/>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42"/>
          <p:cNvGrpSpPr/>
          <p:nvPr/>
        </p:nvGrpSpPr>
        <p:grpSpPr>
          <a:xfrm>
            <a:off x="0" y="4128572"/>
            <a:ext cx="698925" cy="684657"/>
            <a:chOff x="0" y="3785672"/>
            <a:chExt cx="698925" cy="684657"/>
          </a:xfrm>
        </p:grpSpPr>
        <p:sp>
          <p:nvSpPr>
            <p:cNvPr id="101" name="Google Shape;101;p42"/>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02" name="Google Shape;102;p42"/>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103" name="Google Shape;103;p42"/>
          <p:cNvSpPr txBox="1"/>
          <p:nvPr>
            <p:ph idx="1" type="body"/>
          </p:nvPr>
        </p:nvSpPr>
        <p:spPr>
          <a:xfrm>
            <a:off x="812725" y="4305375"/>
            <a:ext cx="6936000" cy="523800"/>
          </a:xfrm>
          <a:prstGeom prst="rect">
            <a:avLst/>
          </a:prstGeom>
          <a:noFill/>
          <a:ln>
            <a:noFill/>
          </a:ln>
        </p:spPr>
        <p:txBody>
          <a:bodyPr anchor="ctr" anchorCtr="0" bIns="91425" lIns="91425" numCol="1" rIns="91425" spcFirstLastPara="1" tIns="91425" wrap="square">
            <a:normAutofit/>
          </a:bodyPr>
          <a:lstStyle>
            <a:lvl1pPr algn="l" indent="-228600" lvl="0" marL="457200">
              <a:lnSpc>
                <a:spcPct val="100000"/>
              </a:lnSpc>
              <a:spcBef>
                <a:spcPts val="0"/>
              </a:spcBef>
              <a:spcAft>
                <a:spcPts val="0"/>
              </a:spcAft>
              <a:buSzPts val="1300"/>
              <a:buNone/>
              <a:defRPr/>
            </a:lvl1pPr>
          </a:lstStyle>
          <a:p/>
        </p:txBody>
      </p:sp>
      <p:sp>
        <p:nvSpPr>
          <p:cNvPr id="104" name="Google Shape;104;p42"/>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43"/>
          <p:cNvGrpSpPr/>
          <p:nvPr/>
        </p:nvGrpSpPr>
        <p:grpSpPr>
          <a:xfrm>
            <a:off x="4406400" y="0"/>
            <a:ext cx="4737600" cy="5143065"/>
            <a:chOff x="4406400" y="0"/>
            <a:chExt cx="4737600" cy="5143065"/>
          </a:xfrm>
        </p:grpSpPr>
        <p:sp>
          <p:nvSpPr>
            <p:cNvPr id="107" name="Google Shape;107;p43"/>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08" name="Google Shape;108;p43"/>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09" name="Google Shape;109;p43"/>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0" name="Google Shape;110;p43"/>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1" name="Google Shape;111;p43"/>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2" name="Google Shape;112;p43"/>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3" name="Google Shape;113;p43"/>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4" name="Google Shape;114;p43"/>
            <p:cNvSpPr/>
            <p:nvPr/>
          </p:nvSpPr>
          <p:spPr>
            <a:xfrm flipH="1">
              <a:off x="6908099" y="2069505"/>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5" name="Google Shape;115;p43"/>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6" name="Google Shape;116;p43"/>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7" name="Google Shape;117;p43"/>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8" name="Google Shape;118;p43"/>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9" name="Google Shape;119;p43"/>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0" name="Google Shape;120;p43"/>
            <p:cNvSpPr/>
            <p:nvPr/>
          </p:nvSpPr>
          <p:spPr>
            <a:xfrm rot="-5400000">
              <a:off x="7227414" y="3710807"/>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1" name="Google Shape;121;p43"/>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2" name="Google Shape;122;p43"/>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3" name="Google Shape;123;p43"/>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4" name="Google Shape;124;p43"/>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125" name="Google Shape;125;p43"/>
          <p:cNvSpPr txBox="1"/>
          <p:nvPr>
            <p:ph hasCustomPrompt="1" type="title"/>
          </p:nvPr>
        </p:nvSpPr>
        <p:spPr>
          <a:xfrm>
            <a:off x="823850" y="1284675"/>
            <a:ext cx="4776000" cy="13008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8000"/>
              <a:buNone/>
              <a:defRPr sz="8000"/>
            </a:lvl1pPr>
            <a:lvl2pPr algn="l" lvl="1">
              <a:lnSpc>
                <a:spcPct val="100000"/>
              </a:lnSpc>
              <a:spcBef>
                <a:spcPts val="0"/>
              </a:spcBef>
              <a:spcAft>
                <a:spcPts val="0"/>
              </a:spcAft>
              <a:buSzPts val="8000"/>
              <a:buNone/>
              <a:defRPr sz="8000"/>
            </a:lvl2pPr>
            <a:lvl3pPr algn="l" lvl="2">
              <a:lnSpc>
                <a:spcPct val="100000"/>
              </a:lnSpc>
              <a:spcBef>
                <a:spcPts val="0"/>
              </a:spcBef>
              <a:spcAft>
                <a:spcPts val="0"/>
              </a:spcAft>
              <a:buSzPts val="8000"/>
              <a:buNone/>
              <a:defRPr sz="8000"/>
            </a:lvl3pPr>
            <a:lvl4pPr algn="l" lvl="3">
              <a:lnSpc>
                <a:spcPct val="100000"/>
              </a:lnSpc>
              <a:spcBef>
                <a:spcPts val="0"/>
              </a:spcBef>
              <a:spcAft>
                <a:spcPts val="0"/>
              </a:spcAft>
              <a:buSzPts val="8000"/>
              <a:buNone/>
              <a:defRPr sz="8000"/>
            </a:lvl4pPr>
            <a:lvl5pPr algn="l" lvl="4">
              <a:lnSpc>
                <a:spcPct val="100000"/>
              </a:lnSpc>
              <a:spcBef>
                <a:spcPts val="0"/>
              </a:spcBef>
              <a:spcAft>
                <a:spcPts val="0"/>
              </a:spcAft>
              <a:buSzPts val="8000"/>
              <a:buNone/>
              <a:defRPr sz="8000"/>
            </a:lvl5pPr>
            <a:lvl6pPr algn="l" lvl="5">
              <a:lnSpc>
                <a:spcPct val="100000"/>
              </a:lnSpc>
              <a:spcBef>
                <a:spcPts val="0"/>
              </a:spcBef>
              <a:spcAft>
                <a:spcPts val="0"/>
              </a:spcAft>
              <a:buSzPts val="8000"/>
              <a:buNone/>
              <a:defRPr sz="8000"/>
            </a:lvl6pPr>
            <a:lvl7pPr algn="l" lvl="6">
              <a:lnSpc>
                <a:spcPct val="100000"/>
              </a:lnSpc>
              <a:spcBef>
                <a:spcPts val="0"/>
              </a:spcBef>
              <a:spcAft>
                <a:spcPts val="0"/>
              </a:spcAft>
              <a:buSzPts val="8000"/>
              <a:buNone/>
              <a:defRPr sz="8000"/>
            </a:lvl7pPr>
            <a:lvl8pPr algn="l" lvl="7">
              <a:lnSpc>
                <a:spcPct val="100000"/>
              </a:lnSpc>
              <a:spcBef>
                <a:spcPts val="0"/>
              </a:spcBef>
              <a:spcAft>
                <a:spcPts val="0"/>
              </a:spcAft>
              <a:buSzPts val="8000"/>
              <a:buNone/>
              <a:defRPr sz="8000"/>
            </a:lvl8pPr>
            <a:lvl9pPr algn="l" lvl="8">
              <a:lnSpc>
                <a:spcPct val="100000"/>
              </a:lnSpc>
              <a:spcBef>
                <a:spcPts val="0"/>
              </a:spcBef>
              <a:spcAft>
                <a:spcPts val="0"/>
              </a:spcAft>
              <a:buSzPts val="8000"/>
              <a:buNone/>
              <a:defRPr sz="8000"/>
            </a:lvl9pPr>
          </a:lstStyle>
          <a:p>
            <a:r>
              <a:t>xx%</a:t>
            </a:r>
          </a:p>
        </p:txBody>
      </p:sp>
      <p:sp>
        <p:nvSpPr>
          <p:cNvPr id="126" name="Google Shape;126;p43"/>
          <p:cNvSpPr txBox="1"/>
          <p:nvPr>
            <p:ph idx="1" type="body"/>
          </p:nvPr>
        </p:nvSpPr>
        <p:spPr>
          <a:xfrm>
            <a:off x="823850" y="2643124"/>
            <a:ext cx="4776000" cy="12189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127" name="Google Shape;127;p43"/>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44"/>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311700" y="445025"/>
            <a:ext cx="8520600" cy="572700"/>
          </a:xfrm>
          <a:prstGeom prst="rect">
            <a:avLst/>
          </a:prstGeom>
          <a:noFill/>
          <a:ln>
            <a:noFill/>
          </a:ln>
        </p:spPr>
        <p:txBody>
          <a:bodyPr anchor="t" anchorCtr="0" bIns="91425" lIns="91425" numCol="1" rIns="91425" spcFirstLastPara="1" tIns="91425" wrap="square">
            <a:normAutofit/>
          </a:bodyPr>
          <a:lstStyle>
            <a:lvl1pPr algn="l" lvl="0"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1pPr>
            <a:lvl2pPr algn="l" lvl="1"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2pPr>
            <a:lvl3pPr algn="l" lvl="2"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3pPr>
            <a:lvl4pPr algn="l" lvl="3"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4pPr>
            <a:lvl5pPr algn="l" lvl="4"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5pPr>
            <a:lvl6pPr algn="l" lvl="5"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6pPr>
            <a:lvl7pPr algn="l" lvl="6"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7pPr>
            <a:lvl8pPr algn="l" lvl="7"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8pPr>
            <a:lvl9pPr algn="l" lvl="8"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9pPr>
          </a:lstStyle>
          <a:p/>
        </p:txBody>
      </p:sp>
      <p:sp>
        <p:nvSpPr>
          <p:cNvPr id="7" name="Google Shape;7;p33"/>
          <p:cNvSpPr txBox="1"/>
          <p:nvPr>
            <p:ph idx="1" type="body"/>
          </p:nvPr>
        </p:nvSpPr>
        <p:spPr>
          <a:xfrm>
            <a:off x="311700" y="1152475"/>
            <a:ext cx="8520600" cy="3416400"/>
          </a:xfrm>
          <a:prstGeom prst="rect">
            <a:avLst/>
          </a:prstGeom>
          <a:noFill/>
          <a:ln>
            <a:noFill/>
          </a:ln>
        </p:spPr>
        <p:txBody>
          <a:bodyPr anchor="t" anchorCtr="0" bIns="91425" lIns="91425" numCol="1" rIns="91425" spcFirstLastPara="1" tIns="91425" wrap="square">
            <a:normAutofit/>
          </a:bodyPr>
          <a:lstStyle>
            <a:lvl1pPr algn="l" indent="-311150" lvl="0" marL="457200" marR="0" rtl="0">
              <a:lnSpc>
                <a:spcPct val="115000"/>
              </a:lnSpc>
              <a:spcBef>
                <a:spcPts val="0"/>
              </a:spcBef>
              <a:spcAft>
                <a:spcPts val="0"/>
              </a:spcAft>
              <a:buClr>
                <a:schemeClr val="lt1"/>
              </a:buClr>
              <a:buSzPts val="1300"/>
              <a:buFont typeface="Lato"/>
              <a:buChar char="●"/>
              <a:defRPr b="0" cap="none" i="0" strike="noStrike" sz="1300" u="none">
                <a:solidFill>
                  <a:schemeClr val="lt1"/>
                </a:solidFill>
                <a:latin typeface="Lato"/>
                <a:ea typeface="Lato"/>
                <a:cs typeface="Lato"/>
                <a:sym typeface="Lato"/>
              </a:defRPr>
            </a:lvl1pPr>
            <a:lvl2pPr algn="l" indent="-298450" lvl="1" marL="9144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2pPr>
            <a:lvl3pPr algn="l" indent="-298450" lvl="2" marL="13716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3pPr>
            <a:lvl4pPr algn="l" indent="-298450" lvl="3" marL="18288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4pPr>
            <a:lvl5pPr algn="l" indent="-298450" lvl="4" marL="22860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5pPr>
            <a:lvl6pPr algn="l" indent="-298450" lvl="5" marL="27432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6pPr>
            <a:lvl7pPr algn="l" indent="-298450" lvl="6" marL="32004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7pPr>
            <a:lvl8pPr algn="l" indent="-298450" lvl="7" marL="36576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8pPr>
            <a:lvl9pPr algn="l" indent="-298450" lvl="8" marL="41148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9pPr>
          </a:lstStyle>
          <a:p/>
        </p:txBody>
      </p:sp>
      <p:sp>
        <p:nvSpPr>
          <p:cNvPr id="8" name="Google Shape;8;p33"/>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 accent1="accent1" accent2="accent2" accent3="accent3" accent4="accent4" accent5="accent5" accent6="accent6" bg1="lt1" bg2="dk2" folHlink="folHlink" hlink="hlink" tx1="dk1" tx2="lt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arget="../notesSlides/notesSlide1.xml" Type="http://schemas.openxmlformats.org/officeDocument/2006/relationships/notesSlide"/><Relationship Id="rId1" Target="../slideLayouts/slideLayout2.xml" Type="http://schemas.openxmlformats.org/officeDocument/2006/relationships/slideLayout"/></Relationships>
</file>

<file path=ppt/slides/_rels/slide2.xml.rels><?xml version="1.0" encoding="UTF-8" standalone="yes"?><Relationships xmlns="http://schemas.openxmlformats.org/package/2006/relationships"><Relationship Id="rId3" Target="https://docs.google.com/document/d/12pLKBp6XKq9NUaugDE2V9MbxY3rd22GnOUWd47J0m8o/edit?tab=t.0" TargetMode="External" Type="http://schemas.openxmlformats.org/officeDocument/2006/relationships/hyperlink"/><Relationship Id="rId2" Target="../notesSlides/notesSlide2.xml" Type="http://schemas.openxmlformats.org/officeDocument/2006/relationships/notesSlide"/><Relationship Id="rId1" Target="../slideLayouts/slideLayout1.xml" Type="http://schemas.openxmlformats.org/officeDocument/2006/relationships/slideLayout"/></Relationships>
</file>

<file path=ppt/slides/_rels/slide3.xml.rels><?xml version="1.0" encoding="UTF-8" standalone="yes"?><Relationships xmlns="http://schemas.openxmlformats.org/package/2006/relationships"><Relationship Id="rId3" Target="../media/image1.png" Type="http://schemas.openxmlformats.org/officeDocument/2006/relationships/image"/><Relationship Id="rId2" Target="../notesSlides/notesSlide3.xml" Type="http://schemas.openxmlformats.org/officeDocument/2006/relationships/notesSlide"/><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3" Target="../media/image2.png" Type="http://schemas.openxmlformats.org/officeDocument/2006/relationships/image"/><Relationship Id="rId2" Target="../notesSlides/notesSlide4.xml" Type="http://schemas.openxmlformats.org/officeDocument/2006/relationships/notesSlide"/><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3" Target="../comments/comment1.xml" Type="http://schemas.openxmlformats.org/officeDocument/2006/relationships/comments"/><Relationship Id="rId2" Target="../notesSlides/notesSlide5.xml" Type="http://schemas.openxmlformats.org/officeDocument/2006/relationships/notesSlide"/><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2" Target="../notesSlides/notesSlide6.xml" Type="http://schemas.openxmlformats.org/officeDocument/2006/relationships/notesSlide"/><Relationship Id="rId1" Target="../slideLayouts/slideLayout2.xml" Type="http://schemas.openxmlformats.org/officeDocument/2006/relationships/slideLayout"/></Relationships>
</file>

<file path=ppt/slides/_rels/slide7.xml.rels><?xml version="1.0" encoding="UTF-8" standalone="yes"?><Relationships xmlns="http://schemas.openxmlformats.org/package/2006/relationships"><Relationship Id="rId3" Target="../media/image7.png" Type="http://schemas.openxmlformats.org/officeDocument/2006/relationships/image"/><Relationship Id="rId2" Target="../notesSlides/notesSlide7.xml" Type="http://schemas.openxmlformats.org/officeDocument/2006/relationships/notesSlide"/><Relationship Id="rId1" Target="../slideLayouts/slideLayout2.xml" Type="http://schemas.openxmlformats.org/officeDocument/2006/relationships/slideLayout"/></Relationships>
</file>

<file path=ppt/slides/_rels/slide8.xml.rels><?xml version="1.0" encoding="UTF-8" standalone="yes"?><Relationships xmlns="http://schemas.openxmlformats.org/package/2006/relationships"><Relationship Id="rId2" Target="../notesSlides/notesSlide8.xml" Type="http://schemas.openxmlformats.org/officeDocument/2006/relationships/notesSlide"/><Relationship Id="rId1" Target="../slideLayouts/slideLayout2.xml" Type="http://schemas.openxmlformats.org/officeDocument/2006/relationships/slideLayout"/></Relationships>
</file>

<file path=ppt/slides/_rels/slide9.xml.rels><?xml version="1.0" encoding="UTF-8" standalone="yes"?><Relationships xmlns="http://schemas.openxmlformats.org/package/2006/relationships"><Relationship Id="rId3" Target="../media/image3.jpg" Type="http://schemas.openxmlformats.org/officeDocument/2006/relationships/image"/><Relationship Id="rId2" Target="../notesSlides/notesSlide9.xml" Type="http://schemas.openxmlformats.org/officeDocument/2006/relationships/notesSlide"/><Relationship Id="rId1" Target="../slideLayouts/slideLayout2.xml" Type="http://schemas.openxmlformats.org/officeDocument/2006/relationships/slideLayout"/></Relationships>
</file>

<file path=ppt/slides/_rels/slide10.xml.rels><?xml version="1.0" encoding="UTF-8" standalone="yes"?><Relationships xmlns="http://schemas.openxmlformats.org/package/2006/relationships"><Relationship Id="rId3" Target="../media/image9.png" Type="http://schemas.openxmlformats.org/officeDocument/2006/relationships/image"/><Relationship Id="rId2" Target="../notesSlides/notesSlide10.xml" Type="http://schemas.openxmlformats.org/officeDocument/2006/relationships/notesSlide"/><Relationship Id="rId1" Target="../slideLayouts/slideLayout2.xml" Type="http://schemas.openxmlformats.org/officeDocument/2006/relationships/slideLayout"/></Relationships>
</file>

<file path=ppt/slides/_rels/slide11.xml.rels><?xml version="1.0" encoding="UTF-8" standalone="yes"?><Relationships xmlns="http://schemas.openxmlformats.org/package/2006/relationships"><Relationship Id="rId2" Target="../notesSlides/notesSlide11.xml" Type="http://schemas.openxmlformats.org/officeDocument/2006/relationships/notesSlide"/><Relationship Id="rId1" Target="../slideLayouts/slideLayout2.xml" Type="http://schemas.openxmlformats.org/officeDocument/2006/relationships/slideLayout"/></Relationships>
</file>

<file path=ppt/slides/_rels/slide12.xml.rels><?xml version="1.0" encoding="UTF-8" standalone="yes"?><Relationships xmlns="http://schemas.openxmlformats.org/package/2006/relationships"><Relationship Id="rId2" Target="../notesSlides/notesSlide12.xml" Type="http://schemas.openxmlformats.org/officeDocument/2006/relationships/notesSlide"/><Relationship Id="rId1" Target="../slideLayouts/slideLayout2.xml" Type="http://schemas.openxmlformats.org/officeDocument/2006/relationships/slideLayout"/></Relationships>
</file>

<file path=ppt/slides/_rels/slide13.xml.rels><?xml version="1.0" encoding="UTF-8" standalone="yes"?><Relationships xmlns="http://schemas.openxmlformats.org/package/2006/relationships"><Relationship Id="rId2" Target="../notesSlides/notesSlide13.xml" Type="http://schemas.openxmlformats.org/officeDocument/2006/relationships/notesSlide"/><Relationship Id="rId1" Target="../slideLayouts/slideLayout2.xml" Type="http://schemas.openxmlformats.org/officeDocument/2006/relationships/slideLayout"/></Relationships>
</file>

<file path=ppt/slides/_rels/slide14.xml.rels><?xml version="1.0" encoding="UTF-8" standalone="yes"?><Relationships xmlns="http://schemas.openxmlformats.org/package/2006/relationships"><Relationship Id="rId4" Target="https://www.researchgate.net/publication/356901190_A_review_paper_on_memory_fault_models_and_test_algorithms" TargetMode="External" Type="http://schemas.openxmlformats.org/officeDocument/2006/relationships/hyperlink"/><Relationship Id="rId3" Target="https://www.eeeguide.com/rom-memory/" TargetMode="External" Type="http://schemas.openxmlformats.org/officeDocument/2006/relationships/hyperlink"/><Relationship Id="rId2" Target="../notesSlides/notesSlide14.xml" Type="http://schemas.openxmlformats.org/officeDocument/2006/relationships/notesSlide"/><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2" Target="../notesSlides/notesSlide15.xml" Type="http://schemas.openxmlformats.org/officeDocument/2006/relationships/notesSlide"/><Relationship Id="rId1" Target="../slideLayouts/slideLayout2.xml" Type="http://schemas.openxmlformats.org/officeDocument/2006/relationships/slideLayout"/></Relationships>
</file>

<file path=ppt/slides/_rels/slide16.xml.rels><?xml version="1.0" encoding="UTF-8" standalone="yes"?><Relationships xmlns="http://schemas.openxmlformats.org/package/2006/relationships"><Relationship Id="rId3" Target="../media/image4.png" Type="http://schemas.openxmlformats.org/officeDocument/2006/relationships/image"/><Relationship Id="rId2" Target="../notesSlides/notesSlide16.xml" Type="http://schemas.openxmlformats.org/officeDocument/2006/relationships/notesSlide"/><Relationship Id="rId1" Target="../slideLayouts/slideLayout2.xml" Type="http://schemas.openxmlformats.org/officeDocument/2006/relationships/slideLayout"/></Relationships>
</file>

<file path=ppt/slides/_rels/slide17.xml.rels><?xml version="1.0" encoding="UTF-8" standalone="yes"?><Relationships xmlns="http://schemas.openxmlformats.org/package/2006/relationships"><Relationship Id="rId2" Target="../notesSlides/notesSlide17.xml" Type="http://schemas.openxmlformats.org/officeDocument/2006/relationships/notesSlide"/><Relationship Id="rId1" Target="../slideLayouts/slideLayout2.xml" Type="http://schemas.openxmlformats.org/officeDocument/2006/relationships/slideLayout"/></Relationships>
</file>

<file path=ppt/slides/_rels/slide18.xml.rels><?xml version="1.0" encoding="UTF-8" standalone="yes"?><Relationships xmlns="http://schemas.openxmlformats.org/package/2006/relationships"><Relationship Id="rId2" Target="../notesSlides/notesSlide18.xml" Type="http://schemas.openxmlformats.org/officeDocument/2006/relationships/notesSlide"/><Relationship Id="rId1" Target="../slideLayouts/slideLayout2.xml" Type="http://schemas.openxmlformats.org/officeDocument/2006/relationships/slideLayout"/></Relationships>
</file>

<file path=ppt/slides/_rels/slide19.xml.rels><?xml version="1.0" encoding="UTF-8" standalone="yes"?><Relationships xmlns="http://schemas.openxmlformats.org/package/2006/relationships"><Relationship Id="rId2" Target="../notesSlides/notesSlide19.xml" Type="http://schemas.openxmlformats.org/officeDocument/2006/relationships/notesSlide"/><Relationship Id="rId1" Target="../slideLayouts/slideLayout2.xml" Type="http://schemas.openxmlformats.org/officeDocument/2006/relationships/slideLayout"/></Relationships>
</file>

<file path=ppt/slides/_rels/slide20.xml.rels><?xml version="1.0" encoding="UTF-8" standalone="yes"?><Relationships xmlns="http://schemas.openxmlformats.org/package/2006/relationships"><Relationship Id="rId2" Target="../notesSlides/notesSlide20.xml" Type="http://schemas.openxmlformats.org/officeDocument/2006/relationships/notesSlide"/><Relationship Id="rId1" Targe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a012d83600_0_5"/>
          <p:cNvSpPr txBox="1"/>
          <p:nvPr>
            <p:ph type="title"/>
          </p:nvPr>
        </p:nvSpPr>
        <p:spPr>
          <a:xfrm>
            <a:off x="1297500" y="393750"/>
            <a:ext cx="7038900" cy="914100"/>
          </a:xfrm>
          <a:prstGeom prst="rect">
            <a:avLst/>
          </a:prstGeom>
        </p:spPr>
        <p:txBody>
          <a:bodyPr anchor="t" anchorCtr="0" bIns="91425" lIns="91425" numCol="1" rIns="91425" spcFirstLastPara="1" tIns="91425" wrap="square">
            <a:normAutofit/>
          </a:bodyPr>
          <a:lstStyle/>
          <a:p>
            <a:pPr algn="l" indent="0" lvl="0" marL="0" rtl="0">
              <a:spcBef>
                <a:spcPts val="0"/>
              </a:spcBef>
              <a:spcAft>
                <a:spcPts val="0"/>
              </a:spcAft>
              <a:buNone/>
            </a:pPr>
            <a:r>
              <a:rPr altLang="en" lang="en"/>
              <a:t>JOIN THE REMIND</a:t>
            </a:r>
            <a:endParaRPr/>
          </a:p>
        </p:txBody>
      </p:sp>
      <p:sp>
        <p:nvSpPr>
          <p:cNvPr id="135" name="Google Shape;135;g3a012d83600_0_5"/>
          <p:cNvSpPr txBox="1"/>
          <p:nvPr>
            <p:ph idx="1" type="body"/>
          </p:nvPr>
        </p:nvSpPr>
        <p:spPr>
          <a:xfrm>
            <a:off x="1297500" y="1567550"/>
            <a:ext cx="7038900" cy="2911200"/>
          </a:xfrm>
          <a:prstGeom prst="rect">
            <a:avLst/>
          </a:prstGeom>
        </p:spPr>
        <p:txBody>
          <a:bodyPr anchor="t" anchorCtr="0" bIns="91425" lIns="91425" numCol="1" rIns="91425" spcFirstLastPara="1" tIns="91425" wrap="square">
            <a:normAutofit/>
          </a:bodyPr>
          <a:lstStyle/>
          <a:p>
            <a:pPr algn="l" indent="0" lvl="0" marL="0" rtl="0">
              <a:spcBef>
                <a:spcPts val="0"/>
              </a:spcBef>
              <a:spcAft>
                <a:spcPts val="0"/>
              </a:spcAft>
              <a:buNone/>
            </a:pPr>
            <a:r>
              <a:rPr altLang="en" lang="en" sz="3700"/>
              <a:t>Remind code: </a:t>
            </a:r>
            <a:r>
              <a:rPr altLang="en" b="1" lang="en" sz="3700" u="sng"/>
              <a:t>489c72f</a:t>
            </a:r>
            <a:endParaRPr b="1" sz="3700" u="sng"/>
          </a:p>
          <a:p>
            <a:pPr algn="l" indent="0" lvl="0" marL="0" rtl="0">
              <a:spcBef>
                <a:spcPts val="0"/>
              </a:spcBef>
              <a:spcAft>
                <a:spcPts val="0"/>
              </a:spcAft>
              <a:buNone/>
            </a:pPr>
            <a:r>
              <a:t/>
            </a:r>
            <a:endParaRPr sz="3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ph type="ctrTitle"/>
          </p:nvPr>
        </p:nvSpPr>
        <p:spPr>
          <a:xfrm>
            <a:off x="3537150" y="1578400"/>
            <a:ext cx="5017500" cy="15789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4000"/>
              <a:buNone/>
            </a:pPr>
            <a:r>
              <a:rPr altLang="en" lang="en"/>
              <a:t>Hardware presentation</a:t>
            </a:r>
            <a:endParaRPr/>
          </a:p>
        </p:txBody>
      </p:sp>
      <p:sp>
        <p:nvSpPr>
          <p:cNvPr id="141" name="Google Shape;141;p1"/>
          <p:cNvSpPr txBox="1"/>
          <p:nvPr>
            <p:ph idx="1" type="subTitle"/>
          </p:nvPr>
        </p:nvSpPr>
        <p:spPr>
          <a:xfrm>
            <a:off x="5083950" y="3924925"/>
            <a:ext cx="3470700" cy="506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1300"/>
              <a:buNone/>
            </a:pPr>
            <a:r>
              <a:rPr altLang="en" lang="en" u="sng">
                <a:solidFill>
                  <a:schemeClr val="hlink"/>
                </a:solidFill>
                <a:hlinkClick r:id="rId3"/>
              </a:rPr>
              <a:t>EXTRA LEARNING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9fa7f1d6a6_0_0"/>
          <p:cNvSpPr txBox="1"/>
          <p:nvPr>
            <p:ph type="title"/>
          </p:nvPr>
        </p:nvSpPr>
        <p:spPr>
          <a:xfrm>
            <a:off x="1297500" y="393750"/>
            <a:ext cx="7038900" cy="914100"/>
          </a:xfrm>
          <a:prstGeom prst="rect">
            <a:avLst/>
          </a:prstGeom>
        </p:spPr>
        <p:txBody>
          <a:bodyPr anchor="t" anchorCtr="0" bIns="91425" lIns="91425" numCol="1" rIns="91425" spcFirstLastPara="1" tIns="91425" wrap="square">
            <a:normAutofit/>
          </a:bodyPr>
          <a:lstStyle/>
          <a:p>
            <a:pPr algn="l" indent="0" lvl="0" marL="0" rtl="0">
              <a:spcBef>
                <a:spcPts val="0"/>
              </a:spcBef>
              <a:spcAft>
                <a:spcPts val="0"/>
              </a:spcAft>
              <a:buNone/>
            </a:pPr>
            <a:r>
              <a:rPr altLang="en" lang="en"/>
              <a:t>Logic Gates</a:t>
            </a:r>
            <a:endParaRPr/>
          </a:p>
        </p:txBody>
      </p:sp>
      <p:sp>
        <p:nvSpPr>
          <p:cNvPr id="147" name="Google Shape;147;g39fa7f1d6a6_0_0"/>
          <p:cNvSpPr txBox="1"/>
          <p:nvPr>
            <p:ph idx="1" type="body"/>
          </p:nvPr>
        </p:nvSpPr>
        <p:spPr>
          <a:xfrm>
            <a:off x="1297500" y="1567550"/>
            <a:ext cx="7038900" cy="2911200"/>
          </a:xfrm>
          <a:prstGeom prst="rect">
            <a:avLst/>
          </a:prstGeom>
        </p:spPr>
        <p:txBody>
          <a:bodyPr anchor="t" anchorCtr="0" bIns="91425" lIns="91425" numCol="1" rIns="91425" spcFirstLastPara="1" tIns="91425" wrap="square">
            <a:normAutofit/>
          </a:bodyPr>
          <a:lstStyle/>
          <a:p>
            <a:pPr algn="l" indent="0" lvl="0" marL="0" rtl="0">
              <a:spcBef>
                <a:spcPts val="0"/>
              </a:spcBef>
              <a:spcAft>
                <a:spcPts val="0"/>
              </a:spcAft>
              <a:buNone/>
            </a:pPr>
            <a:r>
              <a:t/>
            </a:r>
            <a:endParaRPr/>
          </a:p>
        </p:txBody>
      </p:sp>
      <p:pic>
        <p:nvPicPr>
          <p:cNvPr id="148" name="Google Shape;148;g39fa7f1d6a6_0_0"/>
          <p:cNvPicPr preferRelativeResize="0"/>
          <p:nvPr/>
        </p:nvPicPr>
        <p:blipFill>
          <a:blip r:embed="rId3">
            <a:alphaModFix/>
          </a:blip>
          <a:stretch>
            <a:fillRect/>
          </a:stretch>
        </p:blipFill>
        <p:spPr>
          <a:xfrm>
            <a:off x="2859313" y="1702456"/>
            <a:ext cx="3915275" cy="2440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Memory </a:t>
            </a:r>
            <a:endParaRPr/>
          </a:p>
        </p:txBody>
      </p:sp>
      <p:pic>
        <p:nvPicPr>
          <p:cNvPr id="154" name="Google Shape;154;p5"/>
          <p:cNvPicPr preferRelativeResize="0"/>
          <p:nvPr/>
        </p:nvPicPr>
        <p:blipFill rotWithShape="1">
          <a:blip r:embed="rId3">
            <a:alphaModFix/>
          </a:blip>
          <a:srcRect b="0" l="0" r="0" t="0"/>
          <a:stretch/>
        </p:blipFill>
        <p:spPr>
          <a:xfrm>
            <a:off x="311700" y="1682950"/>
            <a:ext cx="3870326" cy="2764525"/>
          </a:xfrm>
          <a:prstGeom prst="rect">
            <a:avLst/>
          </a:prstGeom>
          <a:noFill/>
          <a:ln>
            <a:noFill/>
          </a:ln>
        </p:spPr>
      </p:pic>
      <p:sp>
        <p:nvSpPr>
          <p:cNvPr id="155" name="Google Shape;155;p5"/>
          <p:cNvSpPr txBox="1"/>
          <p:nvPr>
            <p:ph idx="1" type="body"/>
          </p:nvPr>
        </p:nvSpPr>
        <p:spPr>
          <a:xfrm>
            <a:off x="4489275" y="1152475"/>
            <a:ext cx="4343100" cy="3416400"/>
          </a:xfrm>
          <a:prstGeom prst="rect">
            <a:avLst/>
          </a:prstGeom>
          <a:noFill/>
          <a:ln>
            <a:noFill/>
          </a:ln>
        </p:spPr>
        <p:txBody>
          <a:bodyPr anchor="t" anchorCtr="0" bIns="91425" lIns="91425" numCol="1" rIns="91425" spcFirstLastPara="1" tIns="91425" wrap="square">
            <a:normAutofit fontScale="92500" lnSpcReduction="10000"/>
          </a:bodyPr>
          <a:lstStyle/>
          <a:p>
            <a:pPr algn="l" indent="0" lvl="0" marL="0" rtl="0">
              <a:lnSpc>
                <a:spcPct val="115000"/>
              </a:lnSpc>
              <a:spcBef>
                <a:spcPts val="0"/>
              </a:spcBef>
              <a:spcAft>
                <a:spcPts val="0"/>
              </a:spcAft>
              <a:buSzPct val="100000"/>
              <a:buNone/>
            </a:pPr>
            <a:r>
              <a:rPr altLang="en" lang="en"/>
              <a:t>A </a:t>
            </a:r>
            <a:r>
              <a:rPr altLang="en" lang="en" u="sng"/>
              <a:t>latch</a:t>
            </a:r>
            <a:r>
              <a:rPr altLang="en" lang="en"/>
              <a:t> is a basic way to store a single value. </a:t>
            </a:r>
            <a:endParaRPr/>
          </a:p>
          <a:p>
            <a:pPr algn="l" indent="0" lvl="0" marL="0" rtl="0">
              <a:spcBef>
                <a:spcPts val="1200"/>
              </a:spcBef>
              <a:spcAft>
                <a:spcPts val="0"/>
              </a:spcAft>
              <a:buSzPct val="100000"/>
              <a:buNone/>
            </a:pPr>
            <a:r>
              <a:rPr altLang="en" lang="en"/>
              <a:t>A latch send its output as its input, allowing the latch to store a bit indefinitely until an outside value is added.</a:t>
            </a:r>
            <a:endParaRPr/>
          </a:p>
          <a:p>
            <a:pPr algn="l" indent="0" lvl="0" marL="0" rtl="0">
              <a:lnSpc>
                <a:spcPct val="115000"/>
              </a:lnSpc>
              <a:spcBef>
                <a:spcPts val="1200"/>
              </a:spcBef>
              <a:spcAft>
                <a:spcPts val="0"/>
              </a:spcAft>
              <a:buSzPct val="100000"/>
              <a:buNone/>
            </a:pPr>
            <a:r>
              <a:rPr altLang="en" lang="en"/>
              <a:t>One type of latch is a SR flip flop or a SET, RESET latch . The way it works is that set is 1, and reset is 0, and can be changed by preset(PR) or clear(CLR).</a:t>
            </a:r>
            <a:endParaRPr/>
          </a:p>
          <a:p>
            <a:pPr algn="l" indent="0" lvl="0" marL="4114800" rtl="0">
              <a:spcBef>
                <a:spcPts val="1200"/>
              </a:spcBef>
              <a:spcAft>
                <a:spcPts val="0"/>
              </a:spcAft>
              <a:buClr>
                <a:srgbClr val="000000"/>
              </a:buClr>
              <a:buSzPct val="100000"/>
              <a:buFont typeface="Arial"/>
              <a:buNone/>
            </a:pPr>
            <a:r>
              <a:t/>
            </a:r>
            <a:endParaRPr/>
          </a:p>
          <a:p>
            <a:pPr algn="l" indent="0" lvl="0" marL="0" rtl="0">
              <a:spcBef>
                <a:spcPts val="1200"/>
              </a:spcBef>
              <a:spcAft>
                <a:spcPts val="0"/>
              </a:spcAft>
              <a:buClr>
                <a:srgbClr val="000000"/>
              </a:buClr>
              <a:buSzPct val="60569"/>
              <a:buFont typeface="Arial"/>
              <a:buNone/>
            </a:pPr>
            <a:r>
              <a:rPr altLang="en" lang="en"/>
              <a:t>There are a lot more types of latches, such as jk,d,and t types.</a:t>
            </a:r>
            <a:endParaRPr sz="2146"/>
          </a:p>
          <a:p>
            <a:pPr algn="ctr" indent="0" lvl="0" marL="0" rtl="0">
              <a:lnSpc>
                <a:spcPct val="115000"/>
              </a:lnSpc>
              <a:spcBef>
                <a:spcPts val="1200"/>
              </a:spcBef>
              <a:spcAft>
                <a:spcPts val="1200"/>
              </a:spcAft>
              <a:buSzPts val="1203"/>
              <a:buNone/>
            </a:pPr>
            <a:r>
              <a:t/>
            </a:r>
            <a:endParaRPr b="1" sz="5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Sequential logic</a:t>
            </a:r>
            <a:endParaRPr/>
          </a:p>
        </p:txBody>
      </p:sp>
      <p:sp>
        <p:nvSpPr>
          <p:cNvPr id="161" name="Google Shape;161;p8"/>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A latch is, by its nature a sequential memory unit. All that means is that </a:t>
            </a:r>
            <a:r>
              <a:rPr altLang="en" lang="en" u="sng"/>
              <a:t>it feeds it’s output into its input</a:t>
            </a:r>
            <a:r>
              <a:rPr altLang="en" lang="en"/>
              <a:t>. This can be considered as reading the previous input and will sometimes be seen as an n-1 input. The routing of this input requires time. Sending the signal is not instant even if it is extremely quick. </a:t>
            </a:r>
            <a:r>
              <a:rPr altLang="en" lang="en">
                <a:extLst>
                  <a:ext uri="http://customooxmlschemas.google.com/">
                    <go:slidesCustomData xmlns:go="http://customooxmlschemas.google.com/" textRoundtripDataId="0"/>
                  </a:ext>
                </a:extLst>
              </a:rPr>
              <a:t>This creates a challenge when trying to sync up inputs, something you will have to consider.</a:t>
            </a:r>
            <a:endParaRPr/>
          </a:p>
          <a:p>
            <a:pPr algn="l" indent="0" lvl="0" marL="0" rtl="0">
              <a:lnSpc>
                <a:spcPct val="115000"/>
              </a:lnSpc>
              <a:spcBef>
                <a:spcPts val="1200"/>
              </a:spcBef>
              <a:spcAft>
                <a:spcPts val="0"/>
              </a:spcAft>
              <a:buSzPts val="1300"/>
              <a:buNone/>
            </a:pPr>
            <a:r>
              <a:rPr altLang="en" lang="en"/>
              <a:t> Flip flops and registers also use sequential logic but circumvent the lining up problem with their added complexity. These memory units are sequential but not all memory is sequential. </a:t>
            </a:r>
            <a:endParaRPr/>
          </a:p>
          <a:p>
            <a:pPr algn="l" indent="0" lvl="0" marL="0" rtl="0">
              <a:lnSpc>
                <a:spcPct val="115000"/>
              </a:lnSpc>
              <a:spcBef>
                <a:spcPts val="1200"/>
              </a:spcBef>
              <a:spcAft>
                <a:spcPts val="1200"/>
              </a:spcAft>
              <a:buSzPts val="1300"/>
              <a:buNone/>
            </a:pPr>
            <a:r>
              <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Delay</a:t>
            </a:r>
            <a:endParaRPr/>
          </a:p>
        </p:txBody>
      </p:sp>
      <p:sp>
        <p:nvSpPr>
          <p:cNvPr id="167" name="Google Shape;167;p9"/>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u="sng"/>
              <a:t>Delay is something you will always have to think about.</a:t>
            </a:r>
            <a:r>
              <a:rPr altLang="en" lang="en"/>
              <a:t> When you make a circuit there will always be delay and you will always have to think about it. </a:t>
            </a:r>
            <a:endParaRPr/>
          </a:p>
          <a:p>
            <a:pPr algn="l" indent="0" lvl="0" marL="0" rtl="0">
              <a:lnSpc>
                <a:spcPct val="115000"/>
              </a:lnSpc>
              <a:spcBef>
                <a:spcPts val="1200"/>
              </a:spcBef>
              <a:spcAft>
                <a:spcPts val="0"/>
              </a:spcAft>
              <a:buSzPts val="1300"/>
              <a:buNone/>
            </a:pPr>
            <a:r>
              <a:rPr altLang="en" lang="en"/>
              <a:t>Writing a value to a circuit takes a little bit of time. It is not instant! The value itself needs to be stable before it can be accepted. This is called setup time.</a:t>
            </a:r>
            <a:endParaRPr/>
          </a:p>
          <a:p>
            <a:pPr algn="l" indent="0" lvl="0" marL="0" rtl="0">
              <a:lnSpc>
                <a:spcPct val="115000"/>
              </a:lnSpc>
              <a:spcBef>
                <a:spcPts val="1200"/>
              </a:spcBef>
              <a:spcAft>
                <a:spcPts val="0"/>
              </a:spcAft>
              <a:buSzPts val="1300"/>
              <a:buNone/>
            </a:pPr>
            <a:r>
              <a:rPr altLang="en" lang="en"/>
              <a:t>The signal also needs to be stable enough to be processed. This is called hold time. </a:t>
            </a:r>
            <a:endParaRPr/>
          </a:p>
          <a:p>
            <a:pPr algn="l" indent="0" lvl="0" marL="0" rtl="0">
              <a:lnSpc>
                <a:spcPct val="115000"/>
              </a:lnSpc>
              <a:spcBef>
                <a:spcPts val="1200"/>
              </a:spcBef>
              <a:spcAft>
                <a:spcPts val="0"/>
              </a:spcAft>
              <a:buSzPts val="1300"/>
              <a:buNone/>
            </a:pPr>
            <a:r>
              <a:rPr altLang="en" lang="en"/>
              <a:t>Reading a value requires waiting for the signal to be made so that it can be read effectively and the delay of the internal portions of whatever you are reading. </a:t>
            </a:r>
            <a:endParaRPr/>
          </a:p>
          <a:p>
            <a:pPr algn="l" indent="0" lvl="0" marL="0" rtl="0">
              <a:lnSpc>
                <a:spcPct val="115000"/>
              </a:lnSpc>
              <a:spcBef>
                <a:spcPts val="1200"/>
              </a:spcBef>
              <a:spcAft>
                <a:spcPts val="1200"/>
              </a:spcAft>
              <a:buSzPts val="1300"/>
              <a:buNone/>
            </a:pPr>
            <a:r>
              <a:rPr altLang="en" b="1" lang="en"/>
              <a:t>These are only a couple types of delay. There are more complex interpretations and types of delay!</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6"/>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Flip-Flops</a:t>
            </a:r>
            <a:endParaRPr/>
          </a:p>
        </p:txBody>
      </p:sp>
      <p:sp>
        <p:nvSpPr>
          <p:cNvPr id="173" name="Google Shape;173;p6"/>
          <p:cNvSpPr txBox="1"/>
          <p:nvPr>
            <p:ph idx="1" type="body"/>
          </p:nvPr>
        </p:nvSpPr>
        <p:spPr>
          <a:xfrm>
            <a:off x="733200" y="1521300"/>
            <a:ext cx="8167500" cy="34164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A flip-</a:t>
            </a:r>
            <a:r>
              <a:rPr altLang="en" lang="en"/>
              <a:t>flop is </a:t>
            </a:r>
            <a:r>
              <a:rPr altLang="en" lang="en"/>
              <a:t> a </a:t>
            </a:r>
            <a:r>
              <a:rPr altLang="en" lang="en"/>
              <a:t>very</a:t>
            </a:r>
            <a:r>
              <a:rPr altLang="en" lang="en"/>
              <a:t> very simple memory </a:t>
            </a:r>
            <a:r>
              <a:rPr altLang="en" lang="en"/>
              <a:t>circuit</a:t>
            </a:r>
            <a:r>
              <a:rPr altLang="en" lang="en"/>
              <a:t>. Comprised of 4 NAND gates or 4 NOR gates, it hold either a high 1 or a low 0. Only when there is outside power sent to the system will it switch its value.</a:t>
            </a:r>
            <a:endParaRPr/>
          </a:p>
          <a:p>
            <a:pPr algn="l" indent="0" lvl="0" marL="4114800" rtl="0">
              <a:lnSpc>
                <a:spcPct val="115000"/>
              </a:lnSpc>
              <a:spcBef>
                <a:spcPts val="1200"/>
              </a:spcBef>
              <a:spcAft>
                <a:spcPts val="1200"/>
              </a:spcAft>
              <a:buSzPts val="1300"/>
              <a:buNone/>
            </a:pPr>
            <a:r>
              <a:rPr altLang="en" lang="en"/>
              <a:t>Flip flops take on the name of the type of latches they use, so if they use an SR latch, then </a:t>
            </a:r>
            <a:r>
              <a:rPr altLang="en" lang="en"/>
              <a:t>it's</a:t>
            </a:r>
            <a:r>
              <a:rPr altLang="en" lang="en"/>
              <a:t> an SR flip flop.</a:t>
            </a:r>
            <a:endParaRPr/>
          </a:p>
        </p:txBody>
      </p:sp>
      <p:pic>
        <p:nvPicPr>
          <p:cNvPr id="174" name="Google Shape;174;p6"/>
          <p:cNvPicPr preferRelativeResize="0"/>
          <p:nvPr/>
        </p:nvPicPr>
        <p:blipFill>
          <a:blip r:embed="rId3">
            <a:alphaModFix/>
          </a:blip>
          <a:stretch>
            <a:fillRect/>
          </a:stretch>
        </p:blipFill>
        <p:spPr>
          <a:xfrm>
            <a:off x="1297488" y="2448450"/>
            <a:ext cx="2543175" cy="1562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7"/>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Registers</a:t>
            </a:r>
            <a:endParaRPr/>
          </a:p>
        </p:txBody>
      </p:sp>
      <p:sp>
        <p:nvSpPr>
          <p:cNvPr id="180" name="Google Shape;180;p7"/>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A register is a made of a bunch of latches or flip flops stuck together. The main purpose of a register is to be the </a:t>
            </a:r>
            <a:r>
              <a:rPr altLang="en" lang="en" u="sng"/>
              <a:t>fastest form of memory on your computer.</a:t>
            </a:r>
            <a:r>
              <a:rPr altLang="en" lang="en"/>
              <a:t> </a:t>
            </a:r>
            <a:endParaRPr/>
          </a:p>
          <a:p>
            <a:pPr algn="l" indent="0" lvl="0" marL="0" rtl="0">
              <a:lnSpc>
                <a:spcPct val="115000"/>
              </a:lnSpc>
              <a:spcBef>
                <a:spcPts val="1200"/>
              </a:spcBef>
              <a:spcAft>
                <a:spcPts val="0"/>
              </a:spcAft>
              <a:buSzPts val="1300"/>
              <a:buNone/>
            </a:pPr>
            <a:r>
              <a:rPr altLang="en" lang="en"/>
              <a:t>There are a couple of trade offs that a register makes in order to do that. The power of a register is very high for an individual memory unit. Registers come in sizes such as 16, 32, and 64 bits. </a:t>
            </a:r>
            <a:endParaRPr/>
          </a:p>
          <a:p>
            <a:pPr algn="l" indent="0" lvl="0" marL="0" rtl="0">
              <a:lnSpc>
                <a:spcPct val="115000"/>
              </a:lnSpc>
              <a:spcBef>
                <a:spcPts val="1200"/>
              </a:spcBef>
              <a:spcAft>
                <a:spcPts val="0"/>
              </a:spcAft>
              <a:buSzPts val="1300"/>
              <a:buNone/>
            </a:pPr>
            <a:r>
              <a:rPr altLang="en" lang="en"/>
              <a:t>Some registers that are stored like this are the program counter, the instruction pointer and stack pointer.</a:t>
            </a:r>
            <a:endParaRPr/>
          </a:p>
          <a:p>
            <a:pPr algn="l" indent="0" lvl="0" marL="0" rtl="0">
              <a:lnSpc>
                <a:spcPct val="115000"/>
              </a:lnSpc>
              <a:spcBef>
                <a:spcPts val="1200"/>
              </a:spcBef>
              <a:spcAft>
                <a:spcPts val="1200"/>
              </a:spcAft>
              <a:buSzPts val="1300"/>
              <a:buNone/>
            </a:pPr>
            <a:r>
              <a:rPr altLang="en" b="1" lang="en"/>
              <a:t>This means that registers are used for fast, temporary storage.</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0"/>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Register files</a:t>
            </a:r>
            <a:endParaRPr/>
          </a:p>
        </p:txBody>
      </p:sp>
      <p:sp>
        <p:nvSpPr>
          <p:cNvPr id="186" name="Google Shape;186;p10"/>
          <p:cNvSpPr txBox="1"/>
          <p:nvPr>
            <p:ph idx="1" type="body"/>
          </p:nvPr>
        </p:nvSpPr>
        <p:spPr>
          <a:xfrm>
            <a:off x="3956125" y="1152475"/>
            <a:ext cx="4876200" cy="34164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Along with registers there are also register files. Register files are a collection of registers that are right next to each other. </a:t>
            </a:r>
            <a:endParaRPr/>
          </a:p>
          <a:p>
            <a:pPr algn="l" indent="0" lvl="0" marL="0" rtl="0">
              <a:lnSpc>
                <a:spcPct val="115000"/>
              </a:lnSpc>
              <a:spcBef>
                <a:spcPts val="1200"/>
              </a:spcBef>
              <a:spcAft>
                <a:spcPts val="0"/>
              </a:spcAft>
              <a:buSzPts val="1300"/>
              <a:buNone/>
            </a:pPr>
            <a:r>
              <a:rPr altLang="en" lang="en"/>
              <a:t>These collections of memory units are known as </a:t>
            </a:r>
            <a:r>
              <a:rPr altLang="en" lang="en" u="sng"/>
              <a:t>memory arrays</a:t>
            </a:r>
            <a:r>
              <a:rPr altLang="en" lang="en"/>
              <a:t>. </a:t>
            </a:r>
            <a:endParaRPr/>
          </a:p>
          <a:p>
            <a:pPr algn="l" indent="0" lvl="0" marL="0" rtl="0">
              <a:lnSpc>
                <a:spcPct val="115000"/>
              </a:lnSpc>
              <a:spcBef>
                <a:spcPts val="1200"/>
              </a:spcBef>
              <a:spcAft>
                <a:spcPts val="1200"/>
              </a:spcAft>
              <a:buSzPts val="1300"/>
              <a:buNone/>
            </a:pPr>
            <a:r>
              <a:rPr altLang="en" lang="en"/>
              <a:t>Generally you will see </a:t>
            </a:r>
            <a:r>
              <a:rPr altLang="en" lang="en" u="sng"/>
              <a:t>general purpose registers as register files.</a:t>
            </a:r>
            <a:r>
              <a:rPr altLang="en" lang="en"/>
              <a:t> General purpose registers are registers that are used in regular operations and </a:t>
            </a:r>
            <a:r>
              <a:rPr altLang="en" lang="en" u="sng"/>
              <a:t>don't have a special purpose.</a:t>
            </a:r>
            <a:endParaRPr u="sng"/>
          </a:p>
        </p:txBody>
      </p:sp>
      <p:pic>
        <p:nvPicPr>
          <p:cNvPr id="187" name="Google Shape;187;p10"/>
          <p:cNvPicPr preferRelativeResize="0"/>
          <p:nvPr/>
        </p:nvPicPr>
        <p:blipFill rotWithShape="1">
          <a:blip r:embed="rId3">
            <a:alphaModFix/>
          </a:blip>
          <a:srcRect b="0" l="0" r="0" t="0"/>
          <a:stretch/>
        </p:blipFill>
        <p:spPr>
          <a:xfrm>
            <a:off x="182300" y="1604600"/>
            <a:ext cx="3357650" cy="2964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2"/>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Assembly (For Context)</a:t>
            </a:r>
            <a:endParaRPr/>
          </a:p>
        </p:txBody>
      </p:sp>
      <p:sp>
        <p:nvSpPr>
          <p:cNvPr id="193" name="Google Shape;193;p12"/>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1200"/>
              </a:spcAft>
              <a:buSzPts val="1300"/>
              <a:buNone/>
            </a:pPr>
            <a:r>
              <a:rPr altLang="en" lang="en"/>
              <a:t>Assembly is the lowest level of programming language. The primary way you interact with memory in assembly is through register files.</a:t>
            </a:r>
            <a:endParaRPr/>
          </a:p>
        </p:txBody>
      </p:sp>
      <p:pic>
        <p:nvPicPr>
          <p:cNvPr id="194" name="Google Shape;194;p12"/>
          <p:cNvPicPr preferRelativeResize="0"/>
          <p:nvPr/>
        </p:nvPicPr>
        <p:blipFill rotWithShape="1">
          <a:blip r:embed="rId3">
            <a:alphaModFix/>
          </a:blip>
          <a:srcRect b="0" l="0" r="0" t="0"/>
          <a:stretch/>
        </p:blipFill>
        <p:spPr>
          <a:xfrm>
            <a:off x="595213" y="2367013"/>
            <a:ext cx="5934075" cy="1876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Memory arrays</a:t>
            </a:r>
            <a:endParaRPr/>
          </a:p>
        </p:txBody>
      </p:sp>
      <p:sp>
        <p:nvSpPr>
          <p:cNvPr id="200" name="Google Shape;200;p11"/>
          <p:cNvSpPr txBox="1"/>
          <p:nvPr>
            <p:ph idx="1" type="body"/>
          </p:nvPr>
        </p:nvSpPr>
        <p:spPr>
          <a:xfrm>
            <a:off x="407100" y="1421625"/>
            <a:ext cx="8425200" cy="34164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Memory arrays make up the more complicated memory systems and are the other approach to making memory.</a:t>
            </a:r>
            <a:endParaRPr/>
          </a:p>
          <a:p>
            <a:pPr algn="l" indent="0" lvl="0" marL="0" rtl="0">
              <a:lnSpc>
                <a:spcPct val="115000"/>
              </a:lnSpc>
              <a:spcBef>
                <a:spcPts val="1200"/>
              </a:spcBef>
              <a:spcAft>
                <a:spcPts val="1200"/>
              </a:spcAft>
              <a:buSzPts val="1300"/>
              <a:buNone/>
            </a:pPr>
            <a:r>
              <a:rPr altLang="en" lang="en" u="sng"/>
              <a:t>Memory arrays take a memory address and then extract the data from that location.</a:t>
            </a:r>
            <a:r>
              <a:rPr altLang="en" lang="en"/>
              <a:t> They are made of a bitline and a worldline. The size of these lines are dependent on the specific memory array that is being built.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Primary vs Secondary Memory</a:t>
            </a:r>
            <a:endParaRPr/>
          </a:p>
        </p:txBody>
      </p:sp>
      <p:sp>
        <p:nvSpPr>
          <p:cNvPr id="206" name="Google Shape;206;p13"/>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Primary - RAM (Random Access Memory)/ ROM (Read only memory), VRAM (GPUs)</a:t>
            </a:r>
            <a:endParaRPr/>
          </a:p>
          <a:p>
            <a:pPr algn="l" indent="0" lvl="0" marL="0" rtl="0">
              <a:lnSpc>
                <a:spcPct val="115000"/>
              </a:lnSpc>
              <a:spcBef>
                <a:spcPts val="1200"/>
              </a:spcBef>
              <a:spcAft>
                <a:spcPts val="1200"/>
              </a:spcAft>
              <a:buSzPts val="1300"/>
              <a:buNone/>
            </a:pPr>
            <a:r>
              <a:rPr altLang="en" lang="en"/>
              <a:t>Secondary - Storage (SSDs, HDDs, SD Card, Floppy Disk, CD-ROM)?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4"/>
          <p:cNvSpPr txBox="1"/>
          <p:nvPr>
            <p:ph type="title"/>
          </p:nvPr>
        </p:nvSpPr>
        <p:spPr>
          <a:xfrm>
            <a:off x="899825" y="143725"/>
            <a:ext cx="8520600" cy="5727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RAM and ROM</a:t>
            </a:r>
            <a:endParaRPr/>
          </a:p>
        </p:txBody>
      </p:sp>
      <p:sp>
        <p:nvSpPr>
          <p:cNvPr id="212" name="Google Shape;212;p14"/>
          <p:cNvSpPr txBox="1"/>
          <p:nvPr>
            <p:ph idx="1" type="body"/>
          </p:nvPr>
        </p:nvSpPr>
        <p:spPr>
          <a:xfrm>
            <a:off x="1777025" y="1174950"/>
            <a:ext cx="6290700" cy="41784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RAM is Random access memory</a:t>
            </a:r>
            <a:endParaRPr/>
          </a:p>
          <a:p>
            <a:pPr algn="l" indent="0" lvl="0" marL="0" rtl="0">
              <a:lnSpc>
                <a:spcPct val="115000"/>
              </a:lnSpc>
              <a:spcBef>
                <a:spcPts val="0"/>
              </a:spcBef>
              <a:spcAft>
                <a:spcPts val="0"/>
              </a:spcAft>
              <a:buSzPts val="1300"/>
              <a:buNone/>
            </a:pPr>
            <a:r>
              <a:rPr altLang="en" lang="en"/>
              <a:t>ROM is Read Only Memory</a:t>
            </a:r>
            <a:endParaRPr/>
          </a:p>
          <a:p>
            <a:pPr algn="l" indent="0" lvl="0" marL="0" rtl="0">
              <a:lnSpc>
                <a:spcPct val="115000"/>
              </a:lnSpc>
              <a:spcBef>
                <a:spcPts val="0"/>
              </a:spcBef>
              <a:spcAft>
                <a:spcPts val="0"/>
              </a:spcAft>
              <a:buSzPts val="1300"/>
              <a:buNone/>
            </a:pPr>
            <a:r>
              <a:t/>
            </a:r>
            <a:endParaRPr/>
          </a:p>
          <a:p>
            <a:pPr algn="l" indent="0" lvl="0" marL="0" rtl="0">
              <a:lnSpc>
                <a:spcPct val="115000"/>
              </a:lnSpc>
              <a:spcBef>
                <a:spcPts val="0"/>
              </a:spcBef>
              <a:spcAft>
                <a:spcPts val="0"/>
              </a:spcAft>
              <a:buSzPts val="1300"/>
              <a:buNone/>
            </a:pPr>
            <a:r>
              <a:rPr altLang="en" lang="en"/>
              <a:t>Both are usually on the motherboard</a:t>
            </a:r>
            <a:endParaRPr/>
          </a:p>
          <a:p>
            <a:pPr algn="l" indent="0" lvl="0" marL="0" rtl="0">
              <a:lnSpc>
                <a:spcPct val="115000"/>
              </a:lnSpc>
              <a:spcBef>
                <a:spcPts val="1200"/>
              </a:spcBef>
              <a:spcAft>
                <a:spcPts val="0"/>
              </a:spcAft>
              <a:buSzPts val="1300"/>
              <a:buNone/>
            </a:pPr>
            <a:r>
              <a:rPr altLang="en" lang="en"/>
              <a:t>RAM - DRAM (Dynamics RAM) and SRAM (Static RAM)</a:t>
            </a:r>
            <a:endParaRPr/>
          </a:p>
          <a:p>
            <a:pPr algn="l" indent="0" lvl="0" marL="0" rtl="0">
              <a:lnSpc>
                <a:spcPct val="115000"/>
              </a:lnSpc>
              <a:spcBef>
                <a:spcPts val="1200"/>
              </a:spcBef>
              <a:spcAft>
                <a:spcPts val="0"/>
              </a:spcAft>
              <a:buSzPts val="1300"/>
              <a:buNone/>
            </a:pPr>
            <a:r>
              <a:rPr altLang="en" lang="en"/>
              <a:t> RAM is Volatile (Will be lost when the computer is turned off)</a:t>
            </a:r>
            <a:endParaRPr/>
          </a:p>
          <a:p>
            <a:pPr algn="l" indent="0" lvl="0" marL="0" rtl="0">
              <a:lnSpc>
                <a:spcPct val="115000"/>
              </a:lnSpc>
              <a:spcBef>
                <a:spcPts val="1200"/>
              </a:spcBef>
              <a:spcAft>
                <a:spcPts val="0"/>
              </a:spcAft>
              <a:buSzPts val="1300"/>
              <a:buNone/>
            </a:pPr>
            <a:r>
              <a:rPr altLang="en" lang="en"/>
              <a:t>RAM is volatile because it is built for speed. Capacitors store the byte values in RAM and must be constantly refreshed.</a:t>
            </a:r>
            <a:endParaRPr/>
          </a:p>
          <a:p>
            <a:pPr algn="l" indent="0" lvl="0" marL="0" rtl="0">
              <a:lnSpc>
                <a:spcPct val="115000"/>
              </a:lnSpc>
              <a:spcBef>
                <a:spcPts val="1200"/>
              </a:spcBef>
              <a:spcAft>
                <a:spcPts val="0"/>
              </a:spcAft>
              <a:buSzPts val="1300"/>
              <a:buNone/>
            </a:pPr>
            <a:r>
              <a:rPr altLang="en" lang="en"/>
              <a:t>ROM - PROM (Programmable ROM), EPROM (Erasable ROM), EEPROM (Electronically Erasable ROM) and Flash memory. </a:t>
            </a:r>
            <a:endParaRPr/>
          </a:p>
          <a:p>
            <a:pPr algn="l" indent="0" lvl="0" marL="0" rtl="0">
              <a:lnSpc>
                <a:spcPct val="115000"/>
              </a:lnSpc>
              <a:spcBef>
                <a:spcPts val="1200"/>
              </a:spcBef>
              <a:spcAft>
                <a:spcPts val="0"/>
              </a:spcAft>
              <a:buSzPts val="1300"/>
              <a:buNone/>
            </a:pPr>
            <a:r>
              <a:rPr altLang="en" lang="en"/>
              <a:t>ROM is for your BIOS/UEFI</a:t>
            </a:r>
            <a:endParaRPr/>
          </a:p>
          <a:p>
            <a:pPr algn="l" indent="0" lvl="0" marL="0" rtl="0">
              <a:lnSpc>
                <a:spcPct val="115000"/>
              </a:lnSpc>
              <a:spcBef>
                <a:spcPts val="1200"/>
              </a:spcBef>
              <a:spcAft>
                <a:spcPts val="1200"/>
              </a:spcAft>
              <a:buSzPts val="13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RAM/ROM architecture	</a:t>
            </a:r>
            <a:endParaRPr/>
          </a:p>
        </p:txBody>
      </p:sp>
      <p:sp>
        <p:nvSpPr>
          <p:cNvPr id="218" name="Google Shape;218;p15"/>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RAM is situated on the motherboard and connects to the CPU via a bus. </a:t>
            </a:r>
            <a:endParaRPr/>
          </a:p>
          <a:p>
            <a:pPr algn="l" indent="0" lvl="0" marL="0" rtl="0">
              <a:lnSpc>
                <a:spcPct val="115000"/>
              </a:lnSpc>
              <a:spcBef>
                <a:spcPts val="1200"/>
              </a:spcBef>
              <a:spcAft>
                <a:spcPts val="0"/>
              </a:spcAft>
              <a:buSzPts val="1300"/>
              <a:buNone/>
            </a:pPr>
            <a:r>
              <a:rPr altLang="en" lang="en"/>
              <a:t>RAM is made of Memory cells, an address decoder, a write driver, and a </a:t>
            </a:r>
            <a:endParaRPr/>
          </a:p>
          <a:p>
            <a:pPr algn="l" indent="0" lvl="0" marL="0" rtl="0">
              <a:lnSpc>
                <a:spcPct val="115000"/>
              </a:lnSpc>
              <a:spcBef>
                <a:spcPts val="1200"/>
              </a:spcBef>
              <a:spcAft>
                <a:spcPts val="0"/>
              </a:spcAft>
              <a:buSzPts val="1300"/>
              <a:buNone/>
            </a:pPr>
            <a:r>
              <a:rPr altLang="en" lang="en"/>
              <a:t>Sense amplifier.</a:t>
            </a:r>
            <a:endParaRPr/>
          </a:p>
          <a:p>
            <a:pPr algn="l" indent="0" lvl="0" marL="0" rtl="0">
              <a:lnSpc>
                <a:spcPct val="115000"/>
              </a:lnSpc>
              <a:spcBef>
                <a:spcPts val="1200"/>
              </a:spcBef>
              <a:spcAft>
                <a:spcPts val="0"/>
              </a:spcAft>
              <a:buSzPts val="1300"/>
              <a:buNone/>
            </a:pPr>
            <a:r>
              <a:rPr altLang="en" lang="en"/>
              <a:t>ROM is made of an address decoder and memory cells.</a:t>
            </a:r>
            <a:endParaRPr/>
          </a:p>
          <a:p>
            <a:pPr algn="l" indent="0" lvl="0" marL="0" rtl="0">
              <a:lnSpc>
                <a:spcPct val="115000"/>
              </a:lnSpc>
              <a:spcBef>
                <a:spcPts val="1200"/>
              </a:spcBef>
              <a:spcAft>
                <a:spcPts val="0"/>
              </a:spcAft>
              <a:buSzPts val="1300"/>
              <a:buNone/>
            </a:pPr>
            <a:r>
              <a:t/>
            </a:r>
            <a:endParaRPr/>
          </a:p>
          <a:p>
            <a:pPr algn="l" indent="0" lvl="0" marL="0" rtl="0">
              <a:lnSpc>
                <a:spcPct val="115000"/>
              </a:lnSpc>
              <a:spcBef>
                <a:spcPts val="1200"/>
              </a:spcBef>
              <a:spcAft>
                <a:spcPts val="0"/>
              </a:spcAft>
              <a:buSzPts val="1300"/>
              <a:buNone/>
            </a:pPr>
            <a:r>
              <a:rPr altLang="en" lang="en" u="sng">
                <a:solidFill>
                  <a:schemeClr val="hlink"/>
                </a:solidFill>
                <a:hlinkClick r:id="rId3"/>
              </a:rPr>
              <a:t>https://www.eeeguide.com/rom-memory/</a:t>
            </a:r>
            <a:endParaRPr/>
          </a:p>
          <a:p>
            <a:pPr algn="l" indent="0" lvl="0" marL="0" rtl="0">
              <a:lnSpc>
                <a:spcPct val="115000"/>
              </a:lnSpc>
              <a:spcBef>
                <a:spcPts val="1200"/>
              </a:spcBef>
              <a:spcAft>
                <a:spcPts val="1200"/>
              </a:spcAft>
              <a:buSzPts val="1300"/>
              <a:buNone/>
            </a:pPr>
            <a:r>
              <a:rPr altLang="en" lang="en" u="sng">
                <a:solidFill>
                  <a:schemeClr val="hlink"/>
                </a:solidFill>
                <a:hlinkClick r:id="rId4"/>
              </a:rPr>
              <a:t>https://www.researchgate.net/publication/356901190_A_review_paper_on_memory_fault_models_and_test_algorithms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6"/>
          <p:cNvSpPr txBox="1"/>
          <p:nvPr>
            <p:ph type="title"/>
          </p:nvPr>
        </p:nvSpPr>
        <p:spPr>
          <a:xfrm>
            <a:off x="929725" y="232650"/>
            <a:ext cx="8520600" cy="5727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Stack Memory</a:t>
            </a:r>
            <a:endParaRPr/>
          </a:p>
        </p:txBody>
      </p:sp>
      <p:sp>
        <p:nvSpPr>
          <p:cNvPr id="224" name="Google Shape;224;p16"/>
          <p:cNvSpPr txBox="1"/>
          <p:nvPr>
            <p:ph idx="1" type="body"/>
          </p:nvPr>
        </p:nvSpPr>
        <p:spPr>
          <a:xfrm>
            <a:off x="1228750" y="1312100"/>
            <a:ext cx="7357500" cy="34164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When a </a:t>
            </a:r>
            <a:r>
              <a:rPr altLang="en" lang="en"/>
              <a:t>process</a:t>
            </a:r>
            <a:r>
              <a:rPr altLang="en" lang="en"/>
              <a:t> is allowed to run, it takes up a space on the RAM, within that space is an area called the stack. </a:t>
            </a:r>
            <a:endParaRPr/>
          </a:p>
          <a:p>
            <a:pPr algn="l" indent="0" lvl="0" marL="0" rtl="0">
              <a:lnSpc>
                <a:spcPct val="115000"/>
              </a:lnSpc>
              <a:spcBef>
                <a:spcPts val="1200"/>
              </a:spcBef>
              <a:spcAft>
                <a:spcPts val="0"/>
              </a:spcAft>
              <a:buSzPts val="1300"/>
              <a:buNone/>
            </a:pPr>
            <a:r>
              <a:rPr altLang="en" lang="en"/>
              <a:t>The stack is LIFO or Last In First Out.</a:t>
            </a:r>
            <a:endParaRPr/>
          </a:p>
          <a:p>
            <a:pPr algn="l" indent="0" lvl="0" marL="0" rtl="0">
              <a:lnSpc>
                <a:spcPct val="115000"/>
              </a:lnSpc>
              <a:spcBef>
                <a:spcPts val="1200"/>
              </a:spcBef>
              <a:spcAft>
                <a:spcPts val="0"/>
              </a:spcAft>
              <a:buSzPts val="1300"/>
              <a:buNone/>
            </a:pPr>
            <a:r>
              <a:rPr altLang="en" lang="en"/>
              <a:t>Think of LIFO as a pancake stack. When you put a pancake onto the stack you store that information on the top of the pile via a push. When you take it off of the stack you take the topmost one via a pop.</a:t>
            </a:r>
            <a:endParaRPr/>
          </a:p>
          <a:p>
            <a:pPr algn="l" indent="0" lvl="0" marL="0" rtl="0">
              <a:lnSpc>
                <a:spcPct val="115000"/>
              </a:lnSpc>
              <a:spcBef>
                <a:spcPts val="1200"/>
              </a:spcBef>
              <a:spcAft>
                <a:spcPts val="1200"/>
              </a:spcAft>
              <a:buSzPts val="1300"/>
              <a:buNone/>
            </a:pPr>
            <a:r>
              <a:rPr altLang="en" lang="en"/>
              <a:t>What that means is that the stack is a small, fast memory storage system that has to be used in such a way that you know when you are going to need the value of  each register.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7"/>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Stack Memory ext.</a:t>
            </a:r>
            <a:endParaRPr/>
          </a:p>
        </p:txBody>
      </p:sp>
      <p:sp>
        <p:nvSpPr>
          <p:cNvPr id="230" name="Google Shape;230;p17"/>
          <p:cNvSpPr txBox="1"/>
          <p:nvPr/>
        </p:nvSpPr>
        <p:spPr>
          <a:xfrm>
            <a:off x="4319150" y="1091100"/>
            <a:ext cx="4680900" cy="3819900"/>
          </a:xfrm>
          <a:prstGeom prst="rect">
            <a:avLst/>
          </a:prstGeom>
          <a:noFill/>
          <a:ln>
            <a:noFill/>
          </a:ln>
        </p:spPr>
        <p:txBody>
          <a:bodyPr anchor="t" anchorCtr="0" bIns="91425" lIns="91425" numCol="1" rIns="91425" spcFirstLastPara="1" tIns="91425" wrap="square">
            <a:noAutofit/>
          </a:bodyPr>
          <a:lstStyle/>
          <a:p>
            <a:pPr algn="l" indent="0" lvl="0" marL="0" marR="0" rtl="0">
              <a:lnSpc>
                <a:spcPct val="115000"/>
              </a:lnSpc>
              <a:spcBef>
                <a:spcPts val="0"/>
              </a:spcBef>
              <a:spcAft>
                <a:spcPts val="0"/>
              </a:spcAft>
              <a:buClr>
                <a:srgbClr val="000000"/>
              </a:buClr>
              <a:buSzPts val="1800"/>
              <a:buFont typeface="Arial"/>
              <a:buNone/>
            </a:pPr>
            <a:r>
              <a:rPr altLang="en" b="1" cap="none" i="0" lang="en" strike="noStrike" sz="1800" u="none">
                <a:solidFill>
                  <a:schemeClr val="dk2"/>
                </a:solidFill>
                <a:latin typeface="Arial"/>
                <a:ea typeface="Arial"/>
                <a:cs typeface="Arial"/>
                <a:sym typeface="Arial"/>
              </a:rPr>
              <a:t>Everything that is getting pushed or pulled is a register.</a:t>
            </a:r>
            <a:endParaRPr b="0" cap="none" i="0" strike="noStrike" sz="1800" u="none">
              <a:solidFill>
                <a:schemeClr val="dk2"/>
              </a:solidFill>
              <a:latin typeface="Arial"/>
              <a:ea typeface="Arial"/>
              <a:cs typeface="Arial"/>
              <a:sym typeface="Arial"/>
            </a:endParaRPr>
          </a:p>
          <a:p>
            <a:pPr algn="l" indent="0" lvl="0" marL="0" marR="0" rtl="0">
              <a:lnSpc>
                <a:spcPct val="100000"/>
              </a:lnSpc>
              <a:spcBef>
                <a:spcPts val="1200"/>
              </a:spcBef>
              <a:spcAft>
                <a:spcPts val="0"/>
              </a:spcAft>
              <a:buClr>
                <a:srgbClr val="000000"/>
              </a:buClr>
              <a:buSzPts val="1800"/>
              <a:buFont typeface="Arial"/>
              <a:buNone/>
            </a:pPr>
            <a:r>
              <a:t/>
            </a:r>
            <a:endParaRPr b="0" cap="none" i="0" strike="noStrike" sz="1800" u="none">
              <a:solidFill>
                <a:schemeClr val="dk2"/>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800"/>
              <a:buFont typeface="Arial"/>
              <a:buNone/>
            </a:pPr>
            <a:r>
              <a:rPr altLang="en" b="0" cap="none" i="0" lang="en" strike="noStrike" sz="1800" u="none">
                <a:solidFill>
                  <a:schemeClr val="dk2"/>
                </a:solidFill>
                <a:latin typeface="Arial"/>
                <a:ea typeface="Arial"/>
                <a:cs typeface="Arial"/>
                <a:sym typeface="Arial"/>
              </a:rPr>
              <a:t>rdx is used both in the call and outside of it. The value of rdx is </a:t>
            </a:r>
            <a:r>
              <a:rPr altLang="en" b="0" cap="none" i="0" lang="en" strike="noStrike" sz="1800" u="sng">
                <a:solidFill>
                  <a:schemeClr val="dk2"/>
                </a:solidFill>
                <a:latin typeface="Arial"/>
                <a:ea typeface="Arial"/>
                <a:cs typeface="Arial"/>
                <a:sym typeface="Arial"/>
              </a:rPr>
              <a:t>copied onto the stack </a:t>
            </a:r>
            <a:r>
              <a:rPr altLang="en" b="0" cap="none" i="0" lang="en" strike="noStrike" sz="1800" u="none">
                <a:solidFill>
                  <a:schemeClr val="dk2"/>
                </a:solidFill>
                <a:latin typeface="Arial"/>
                <a:ea typeface="Arial"/>
                <a:cs typeface="Arial"/>
                <a:sym typeface="Arial"/>
              </a:rPr>
              <a:t>when rdx is pushed onto the stack. </a:t>
            </a:r>
            <a:endParaRPr b="0" cap="none" i="0" strike="noStrike" sz="1800" u="none">
              <a:solidFill>
                <a:schemeClr val="dk2"/>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800"/>
              <a:buFont typeface="Arial"/>
              <a:buNone/>
            </a:pPr>
            <a:r>
              <a:t/>
            </a:r>
            <a:endParaRPr b="0" cap="none" i="0" strike="noStrike" sz="1800" u="none">
              <a:solidFill>
                <a:schemeClr val="dk2"/>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800"/>
              <a:buFont typeface="Arial"/>
              <a:buNone/>
            </a:pPr>
            <a:r>
              <a:rPr altLang="en" b="0" cap="none" i="0" lang="en" strike="noStrike" sz="1800" u="none">
                <a:solidFill>
                  <a:schemeClr val="dk2"/>
                </a:solidFill>
                <a:latin typeface="Arial"/>
                <a:ea typeface="Arial"/>
                <a:cs typeface="Arial"/>
                <a:sym typeface="Arial"/>
              </a:rPr>
              <a:t>rdx is being modified and changed so the value of rdx is not the same as rdx was before the call executed (on line 2). </a:t>
            </a:r>
            <a:endParaRPr b="0" cap="none" i="0" strike="noStrike" sz="1800" u="none">
              <a:solidFill>
                <a:schemeClr val="dk2"/>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800"/>
              <a:buFont typeface="Arial"/>
              <a:buNone/>
            </a:pPr>
            <a:r>
              <a:t/>
            </a:r>
            <a:endParaRPr b="0" cap="none" i="0" strike="noStrike" sz="1800" u="none">
              <a:solidFill>
                <a:schemeClr val="dk2"/>
              </a:solidFill>
              <a:latin typeface="Arial"/>
              <a:ea typeface="Arial"/>
              <a:cs typeface="Arial"/>
              <a:sym typeface="Arial"/>
            </a:endParaRPr>
          </a:p>
        </p:txBody>
      </p:sp>
      <p:pic>
        <p:nvPicPr>
          <p:cNvPr id="231" name="Google Shape;231;p17"/>
          <p:cNvPicPr preferRelativeResize="0"/>
          <p:nvPr/>
        </p:nvPicPr>
        <p:blipFill rotWithShape="1">
          <a:blip r:embed="rId3">
            <a:alphaModFix/>
          </a:blip>
          <a:srcRect b="0" l="0" r="0" t="0"/>
          <a:stretch/>
        </p:blipFill>
        <p:spPr>
          <a:xfrm>
            <a:off x="172325" y="1738300"/>
            <a:ext cx="3904701" cy="290096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8"/>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Stack Memory ext.</a:t>
            </a:r>
            <a:endParaRPr/>
          </a:p>
        </p:txBody>
      </p:sp>
      <p:sp>
        <p:nvSpPr>
          <p:cNvPr id="237" name="Google Shape;237;p18"/>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Calls are not the only use case for stack. Besides calls, the stack is used whenever you want to save the value of a something (It can be a register or a variable). Remember that when you store something on the </a:t>
            </a:r>
            <a:r>
              <a:rPr altLang="en" lang="en"/>
              <a:t>stack</a:t>
            </a:r>
            <a:r>
              <a:rPr altLang="en" lang="en"/>
              <a:t>, it will be at the very top</a:t>
            </a:r>
            <a:endParaRPr/>
          </a:p>
          <a:p>
            <a:pPr algn="l" indent="0" lvl="0" marL="0" rtl="0">
              <a:lnSpc>
                <a:spcPct val="115000"/>
              </a:lnSpc>
              <a:spcBef>
                <a:spcPts val="1200"/>
              </a:spcBef>
              <a:spcAft>
                <a:spcPts val="0"/>
              </a:spcAft>
              <a:buSzPts val="1300"/>
              <a:buNone/>
            </a:pPr>
            <a:r>
              <a:t/>
            </a:r>
            <a:endParaRPr/>
          </a:p>
          <a:p>
            <a:pPr algn="l" indent="0" lvl="0" marL="0" rtl="0">
              <a:lnSpc>
                <a:spcPct val="115000"/>
              </a:lnSpc>
              <a:spcBef>
                <a:spcPts val="1200"/>
              </a:spcBef>
              <a:spcAft>
                <a:spcPts val="1200"/>
              </a:spcAft>
              <a:buSzPts val="1300"/>
              <a:buNone/>
            </a:pPr>
            <a:r>
              <a:rPr altLang="en" lang="en"/>
              <a:t>That means that you have to set it up to be the only value that is pushed or that the values that you pushed after pushing your initial value will be popped beforehand.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9"/>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Stack vs Heap     </a:t>
            </a:r>
            <a:endParaRPr/>
          </a:p>
        </p:txBody>
      </p:sp>
      <p:sp>
        <p:nvSpPr>
          <p:cNvPr id="243" name="Google Shape;243;p19"/>
          <p:cNvSpPr txBox="1"/>
          <p:nvPr>
            <p:ph idx="1" type="body"/>
          </p:nvPr>
        </p:nvSpPr>
        <p:spPr>
          <a:xfrm>
            <a:off x="311700" y="1652575"/>
            <a:ext cx="8520600" cy="34164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The heap is different from the stack, the stack has a fixed size on the RAM, imagine a little box that you can stack plates in, it's still LIFO, but only to a certain extent. </a:t>
            </a:r>
            <a:endParaRPr/>
          </a:p>
          <a:p>
            <a:pPr algn="l" indent="0" lvl="0" marL="0" rtl="0">
              <a:lnSpc>
                <a:spcPct val="115000"/>
              </a:lnSpc>
              <a:spcBef>
                <a:spcPts val="1200"/>
              </a:spcBef>
              <a:spcAft>
                <a:spcPts val="0"/>
              </a:spcAft>
              <a:buSzPts val="1300"/>
              <a:buNone/>
            </a:pPr>
            <a:r>
              <a:rPr altLang="en" lang="en"/>
              <a:t>The heap can dynamically shift from size to size on the RAM depending on what is needed.</a:t>
            </a:r>
            <a:endParaRPr/>
          </a:p>
          <a:p>
            <a:pPr algn="l" indent="0" lvl="0" marL="0" rtl="0">
              <a:lnSpc>
                <a:spcPct val="115000"/>
              </a:lnSpc>
              <a:spcBef>
                <a:spcPts val="1200"/>
              </a:spcBef>
              <a:spcAft>
                <a:spcPts val="1200"/>
              </a:spcAft>
              <a:buSzPts val="1300"/>
              <a:buNone/>
            </a:pPr>
            <a:r>
              <a:rPr altLang="en" lang="en"/>
              <a:t>When using the heap, data is put on kinda like the stack, where its in a more organized fashion, but the heap is NOT LIFO, meaning any data can be removed and accessed at anytime, making it very UNorganized and when trying to use it, unpredictable. This is called fragmentation.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0"/>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Flash Memory</a:t>
            </a:r>
            <a:endParaRPr/>
          </a:p>
        </p:txBody>
      </p:sp>
      <p:sp>
        <p:nvSpPr>
          <p:cNvPr id="255" name="Google Shape;255;p20"/>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NOR vs NAND flash memory. </a:t>
            </a:r>
            <a:endParaRPr/>
          </a:p>
          <a:p>
            <a:pPr algn="l" indent="0" lvl="0" marL="0" rtl="0">
              <a:lnSpc>
                <a:spcPct val="115000"/>
              </a:lnSpc>
              <a:spcBef>
                <a:spcPts val="1200"/>
              </a:spcBef>
              <a:spcAft>
                <a:spcPts val="0"/>
              </a:spcAft>
              <a:buSzPts val="1300"/>
              <a:buNone/>
            </a:pPr>
            <a:r>
              <a:rPr altLang="en" lang="en"/>
              <a:t>Pin count is a major factor when deciding whether NOR or NAND is used. </a:t>
            </a:r>
            <a:endParaRPr/>
          </a:p>
          <a:p>
            <a:pPr algn="l" indent="0" lvl="0" marL="0" rtl="0">
              <a:lnSpc>
                <a:spcPct val="115000"/>
              </a:lnSpc>
              <a:spcBef>
                <a:spcPts val="1200"/>
              </a:spcBef>
              <a:spcAft>
                <a:spcPts val="0"/>
              </a:spcAft>
              <a:buSzPts val="1300"/>
              <a:buNone/>
            </a:pPr>
            <a:r>
              <a:rPr altLang="en" lang="en"/>
              <a:t>NAND is more efficient than efficient.</a:t>
            </a:r>
            <a:endParaRPr/>
          </a:p>
          <a:p>
            <a:pPr algn="l" indent="0" lvl="0" marL="0" rtl="0">
              <a:lnSpc>
                <a:spcPct val="115000"/>
              </a:lnSpc>
              <a:spcBef>
                <a:spcPts val="1200"/>
              </a:spcBef>
              <a:spcAft>
                <a:spcPts val="0"/>
              </a:spcAft>
              <a:buSzPts val="1300"/>
              <a:buNone/>
            </a:pPr>
            <a:r>
              <a:rPr altLang="en" lang="en"/>
              <a:t>Both types of flash can be serial and parallel.</a:t>
            </a:r>
            <a:endParaRPr/>
          </a:p>
          <a:p>
            <a:pPr algn="l" indent="0" lvl="0" marL="0" rtl="0">
              <a:lnSpc>
                <a:spcPct val="115000"/>
              </a:lnSpc>
              <a:spcBef>
                <a:spcPts val="1200"/>
              </a:spcBef>
              <a:spcAft>
                <a:spcPts val="0"/>
              </a:spcAft>
              <a:buSzPts val="1300"/>
              <a:buNone/>
            </a:pPr>
            <a:r>
              <a:rPr altLang="en" lang="en"/>
              <a:t>Both of these behave </a:t>
            </a:r>
            <a:r>
              <a:rPr altLang="en" b="1" lang="en"/>
              <a:t>like</a:t>
            </a:r>
            <a:r>
              <a:rPr altLang="en" lang="en"/>
              <a:t> their respective gates. They are not made up of their respective gates.</a:t>
            </a:r>
            <a:endParaRPr/>
          </a:p>
          <a:p>
            <a:pPr algn="l" indent="0" lvl="0" marL="0" rtl="0">
              <a:lnSpc>
                <a:spcPct val="115000"/>
              </a:lnSpc>
              <a:spcBef>
                <a:spcPts val="1200"/>
              </a:spcBef>
              <a:spcAft>
                <a:spcPts val="0"/>
              </a:spcAft>
              <a:buSzPts val="1300"/>
              <a:buNone/>
            </a:pPr>
            <a:r>
              <a:t/>
            </a:r>
            <a:endParaRPr>
              <a:solidFill>
                <a:schemeClr val="lt1"/>
              </a:solidFill>
            </a:endParaRPr>
          </a:p>
          <a:p>
            <a:pPr algn="l" indent="0" lvl="0" marL="0" rtl="0">
              <a:lnSpc>
                <a:spcPct val="115000"/>
              </a:lnSpc>
              <a:spcBef>
                <a:spcPts val="1200"/>
              </a:spcBef>
              <a:spcAft>
                <a:spcPts val="1200"/>
              </a:spcAft>
              <a:buSzPts val="13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2"/>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Cache</a:t>
            </a:r>
            <a:endParaRPr/>
          </a:p>
        </p:txBody>
      </p:sp>
      <p:sp>
        <p:nvSpPr>
          <p:cNvPr id="261" name="Google Shape;261;p22"/>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XiP is not always possible and reading from storage is not efficient. A common tactic is moving a copy of the information that is needed. That is done with the cache. </a:t>
            </a:r>
            <a:endParaRPr/>
          </a:p>
          <a:p>
            <a:pPr algn="l" indent="0" lvl="0" marL="0" rtl="0">
              <a:lnSpc>
                <a:spcPct val="115000"/>
              </a:lnSpc>
              <a:spcBef>
                <a:spcPts val="1200"/>
              </a:spcBef>
              <a:spcAft>
                <a:spcPts val="0"/>
              </a:spcAft>
              <a:buSzPts val="1300"/>
              <a:buNone/>
            </a:pPr>
            <a:r>
              <a:rPr altLang="en" lang="en"/>
              <a:t>The cache is made up of 3 levels. The first level L1, is the closest to the datapath and is the fastest. L2 and L3 are bigger and slower. </a:t>
            </a:r>
            <a:endParaRPr/>
          </a:p>
          <a:p>
            <a:pPr algn="l" indent="0" lvl="0" marL="0" rtl="0">
              <a:lnSpc>
                <a:spcPct val="115000"/>
              </a:lnSpc>
              <a:spcBef>
                <a:spcPts val="1200"/>
              </a:spcBef>
              <a:spcAft>
                <a:spcPts val="1200"/>
              </a:spcAft>
              <a:buSzPts val="13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