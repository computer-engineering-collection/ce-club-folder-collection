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2b3e51e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2b3e51e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b2b3e51ee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b2b3e51ee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2b3e51ee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b2b3e51ee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2b3e51ee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b2b3e51ee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b2b3e51ee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b2b3e51ee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2b3e51ee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2b3e51ee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2b3e51ee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b2b3e51ee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2b3e51ee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2b3e51ee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2b3e51ee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b2b3e51ee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b2b3e51ee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b2b3e51ee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2b3e51ee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b2b3e51ee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b2b3e51ee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b2b3e51ee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2b3e51ee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2b3e51ee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2b3e51ee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b2b3e51ee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2b3e51eee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2b3e51eee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2b3e51eee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2b3e51eee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2b3e51eee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2b3e51eee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2b3e51eee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b2b3e51eee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2b3e51eee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b2b3e51eee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2b3e51eee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b2b3e51eee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2b3e51eee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b2b3e51eee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2b3e51e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b2b3e51e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2b3e51eee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b2b3e51eee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b2b3e51eee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b2b3e51eee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2b3e51eee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b2b3e51eee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2b3e51eee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b2b3e51eee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2b3e51ee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b2b3e51ee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b2b3e51eee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b2b3e51eee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b2b3e51eee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b2b3e51eee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b2b3e51eee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b2b3e51eee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b2b3e51eee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b2b3e51eee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b2b3e51eee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b2b3e51eee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b2b3e51eee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b2b3e51ee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b2b3e51eee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b2b3e51ee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b2b3e51eee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b2b3e51eee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b2b3e51eee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b2b3e51eee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b2b3e51eee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b2b3e51eee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b2b3e51eee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b2b3e51eee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b2b3e51eee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b2b3e51eee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b2b3e51eee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b2b3e51eee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2b3e51eee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b2b3e51eee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b2b3e51eee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b2b3e51eee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b2b3e51eee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b2b3e51eee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b2b3e51ee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b2b3e51ee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b2b3e51eee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b2b3e51eee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b2b3e51eee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b2b3e51eee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b2b3e51eee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b2b3e51eee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b2b3e51eee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b2b3e51eee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2b3e51eee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b2b3e51eee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b2b3e51eee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b2b3e51eee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2b3e51eee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b2b3e51eee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b2b3e51eee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b2b3e51eee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b2b3e51eee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b2b3e51eee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b2b3e51eee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b2b3e51eee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b2b3e51eee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b2b3e51eee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b2b3e51eee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b2b3e51eee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b2b3e51eee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b2b3e51eee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b2b3e51eee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b2b3e51eee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b2b3e51eee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b2b3e51eee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b2b3e51eee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b2b3e51eee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b2b3e51eee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b2b3e51eee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Flash cards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If you want to see the cards definition then term look at the slides from reverse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Memory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Logic Gates</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collection of transistors assembled to assign certain patterns of 1s and 0s into predictable outputs. Common examples include and gates which only give a 1 as output when all input terminals are one.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Sequential Memory</a:t>
            </a:r>
            <a:endParaRPr/>
          </a:p>
        </p:txBody>
      </p:sp>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4" name="Google Shape;8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Memory that involves having an input fed into the output of your gate. Doing this allows your computer to “remember” the output. This is used to build latches and flip flops.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Latch </a:t>
            </a:r>
            <a:endParaRPr/>
          </a:p>
        </p:txBody>
      </p:sp>
      <p:sp>
        <p:nvSpPr>
          <p:cNvPr id="90" name="Google Shape;9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most </a:t>
            </a:r>
            <a:r>
              <a:rPr lang="en"/>
              <a:t>simplistic</a:t>
            </a:r>
            <a:r>
              <a:rPr lang="en"/>
              <a:t> implementation of sequential logic. Due to its simplicity latches have difficulty with their timing in relation to other components.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Flip Flops</a:t>
            </a:r>
            <a:endParaRPr/>
          </a:p>
        </p:txBody>
      </p:sp>
      <p:sp>
        <p:nvSpPr>
          <p:cNvPr id="102" name="Google Shape;10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8" name="Google Shape;10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more complex implementation of a latch that uses additional hardware in order to fix the problem of timing that latches have.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Registers</a:t>
            </a:r>
            <a:endParaRPr/>
          </a:p>
        </p:txBody>
      </p:sp>
      <p:sp>
        <p:nvSpPr>
          <p:cNvPr id="114" name="Google Shape;11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0" name="Google Shape;120;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collection of latches or flip flops that are put side by side. Registers are put in close proximity to all notable computer components. Registers are the most used memory element in a computer.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Register File</a:t>
            </a:r>
            <a:endParaRPr/>
          </a:p>
        </p:txBody>
      </p:sp>
      <p:sp>
        <p:nvSpPr>
          <p:cNvPr id="126" name="Google Shape;12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collection of registers put in an array. One implementation is a 8x4 register file. They are primarily used to reduce the power cost of registers as they are REALLY power inefficient.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Memory Array	</a:t>
            </a:r>
            <a:endParaRPr/>
          </a:p>
        </p:txBody>
      </p:sp>
      <p:sp>
        <p:nvSpPr>
          <p:cNvPr id="138" name="Google Shape;13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a:t>
            </a:r>
            <a:r>
              <a:rPr lang="en"/>
              <a:t>collection</a:t>
            </a:r>
            <a:r>
              <a:rPr lang="en"/>
              <a:t> of memory elements put into a grid. They can be used from anything from ssds to registers.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RAM</a:t>
            </a:r>
            <a:endParaRPr/>
          </a:p>
        </p:txBody>
      </p:sp>
      <p:sp>
        <p:nvSpPr>
          <p:cNvPr id="144" name="Google Shape;14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0" name="Google Shape;15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Means random access memory. It is used to load programs into a place where the cpu can use it.</a:t>
            </a:r>
            <a:endParaRPr/>
          </a:p>
          <a:p>
            <a:pPr indent="0" lvl="0" marL="0" rtl="0" algn="l">
              <a:spcBef>
                <a:spcPts val="1200"/>
              </a:spcBef>
              <a:spcAft>
                <a:spcPts val="1200"/>
              </a:spcAft>
              <a:buNone/>
            </a:pPr>
            <a:r>
              <a:rPr lang="en"/>
              <a:t>The name is outdated.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ROM</a:t>
            </a:r>
            <a:endParaRPr/>
          </a:p>
        </p:txBody>
      </p:sp>
      <p:sp>
        <p:nvSpPr>
          <p:cNvPr id="156" name="Google Shape;156;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2" name="Google Shape;162;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meaning is Read only memory. It is commonly used in firmware such as BIOS. </a:t>
            </a:r>
            <a:endParaRPr/>
          </a:p>
          <a:p>
            <a:pPr indent="0" lvl="0" marL="0" rtl="0" algn="l">
              <a:spcBef>
                <a:spcPts val="1200"/>
              </a:spcBef>
              <a:spcAft>
                <a:spcPts val="1200"/>
              </a:spcAft>
              <a:buNone/>
            </a:pPr>
            <a:r>
              <a:rPr lang="en"/>
              <a:t>The name is outdated.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 Memory</a:t>
            </a:r>
            <a:endParaRPr/>
          </a:p>
        </p:txBody>
      </p:sp>
      <p:sp>
        <p:nvSpPr>
          <p:cNvPr id="168" name="Google Shape;168;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4" name="Google Shape;174;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portion of RAM is reserved for this data structure. It has a LIFO (last in first out) structure and is commonly used to save and reset registers for function calls in asm.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Memory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OS/CPU</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Operating system</a:t>
            </a:r>
            <a:endParaRPr/>
          </a:p>
        </p:txBody>
      </p:sp>
      <p:sp>
        <p:nvSpPr>
          <p:cNvPr id="190" name="Google Shape;19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6" name="Google Shape;196;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program that oversees the running of your computer. It runs until you power off your computer.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a:t>
            </a:r>
            <a:endParaRPr/>
          </a:p>
        </p:txBody>
      </p:sp>
      <p:sp>
        <p:nvSpPr>
          <p:cNvPr id="202" name="Google Shape;202;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8" name="Google Shape;208;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Parts of a programs that are being used by OSs.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Sections</a:t>
            </a:r>
            <a:endParaRPr/>
          </a:p>
        </p:txBody>
      </p:sp>
      <p:sp>
        <p:nvSpPr>
          <p:cNvPr id="214" name="Google Shape;214;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0" name="Google Shape;220;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Parts of processes that are separating it. Common ones are the stack, heap, code, and data.</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pages</a:t>
            </a:r>
            <a:endParaRPr/>
          </a:p>
        </p:txBody>
      </p:sp>
      <p:sp>
        <p:nvSpPr>
          <p:cNvPr id="226" name="Google Shape;226;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2" name="Google Shape;232;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Separations of a process so that it can be split onto a limited space on RAM.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lifecycle</a:t>
            </a:r>
            <a:endParaRPr/>
          </a:p>
        </p:txBody>
      </p:sp>
      <p:sp>
        <p:nvSpPr>
          <p:cNvPr id="238" name="Google Shape;238;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4" name="Google Shape;244;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How the process is handled by the OS. A 4 stage one includes new, ready, blocked, and terminated.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scheduling</a:t>
            </a:r>
            <a:endParaRPr/>
          </a:p>
        </p:txBody>
      </p:sp>
      <p:sp>
        <p:nvSpPr>
          <p:cNvPr id="250" name="Google Shape;250;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56" name="Google Shape;256;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How an OS decides which process to run.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interrupts</a:t>
            </a:r>
            <a:endParaRPr/>
          </a:p>
        </p:txBody>
      </p:sp>
      <p:sp>
        <p:nvSpPr>
          <p:cNvPr id="262" name="Google Shape;262;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8" name="Google Shape;268;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jump used to take control of an program in order to perform a certain function.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kernel/user mode</a:t>
            </a:r>
            <a:endParaRPr/>
          </a:p>
        </p:txBody>
      </p:sp>
      <p:sp>
        <p:nvSpPr>
          <p:cNvPr id="274" name="Google Shape;274;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0" name="Google Shape;280;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User mode is the part of the OS is “facing” the user it implements security functionality so that a user cannot inject malware or cause a huge bug. </a:t>
            </a:r>
            <a:endParaRPr/>
          </a:p>
          <a:p>
            <a:pPr indent="0" lvl="0" marL="0" rtl="0" algn="l">
              <a:spcBef>
                <a:spcPts val="1200"/>
              </a:spcBef>
              <a:spcAft>
                <a:spcPts val="1200"/>
              </a:spcAft>
              <a:buNone/>
            </a:pPr>
            <a:r>
              <a:rPr lang="en"/>
              <a:t>Kernel mode is the part of the OS that holds all of the essential functionality of the OS.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Cpu instruction cycle </a:t>
            </a:r>
            <a:endParaRPr/>
          </a:p>
        </p:txBody>
      </p:sp>
      <p:sp>
        <p:nvSpPr>
          <p:cNvPr id="286" name="Google Shape;286;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2" name="Google Shape;292;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steps that the cpu takes where it first fetches, decodes and executes a program until it stops running.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threads</a:t>
            </a:r>
            <a:endParaRPr/>
          </a:p>
        </p:txBody>
      </p:sp>
      <p:sp>
        <p:nvSpPr>
          <p:cNvPr id="298" name="Google Shape;298;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04" name="Google Shape;304;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An instance of a process in the same address space as another process. It has the same access to the data section.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CPU/OS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GPU</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Integrated/stand-alone gpus</a:t>
            </a:r>
            <a:endParaRPr/>
          </a:p>
        </p:txBody>
      </p:sp>
      <p:sp>
        <p:nvSpPr>
          <p:cNvPr id="320" name="Google Shape;320;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26" name="Google Shape;326;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Gpus that are connected to the cpu. (Integrated graphics)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Gpus that are connected to the cpu via a wire or something similar.</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Warps</a:t>
            </a:r>
            <a:endParaRPr/>
          </a:p>
        </p:txBody>
      </p:sp>
      <p:sp>
        <p:nvSpPr>
          <p:cNvPr id="332" name="Google Shape;332;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38" name="Google Shape;338;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Gpus schedule themselves with these. They are a collection of threads.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Gpu instruction cycle</a:t>
            </a:r>
            <a:endParaRPr/>
          </a:p>
        </p:txBody>
      </p:sp>
      <p:sp>
        <p:nvSpPr>
          <p:cNvPr id="344" name="Google Shape;344;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50" name="Google Shape;350;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gpu fetches the same as a cpu. It decodes using simt( single input multiple thread) and executes with simd (single input multiple data).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SIMT</a:t>
            </a:r>
            <a:endParaRPr/>
          </a:p>
        </p:txBody>
      </p:sp>
      <p:sp>
        <p:nvSpPr>
          <p:cNvPr id="356" name="Google Shape;356;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62" name="Google Shape;362;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Means single input multiple thread.</a:t>
            </a:r>
            <a:endParaRPr/>
          </a:p>
          <a:p>
            <a:pPr indent="0" lvl="0" marL="0" rtl="0" algn="l">
              <a:spcBef>
                <a:spcPts val="1200"/>
              </a:spcBef>
              <a:spcAft>
                <a:spcPts val="1200"/>
              </a:spcAft>
              <a:buNone/>
            </a:pPr>
            <a:r>
              <a:rPr lang="en"/>
              <a:t>A single file is given to the gpu and multiple threads run the file.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SIMT </a:t>
            </a:r>
            <a:endParaRPr/>
          </a:p>
        </p:txBody>
      </p:sp>
      <p:sp>
        <p:nvSpPr>
          <p:cNvPr id="368" name="Google Shape;368;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74" name="Google Shape;374;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results of the threads is given to vector registers that takes multiple inputs and computes it for all of them in one run of the execute stage.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Caches</a:t>
            </a:r>
            <a:endParaRPr/>
          </a:p>
        </p:txBody>
      </p:sp>
      <p:sp>
        <p:nvSpPr>
          <p:cNvPr id="380" name="Google Shape;380;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86" name="Google Shape;386;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part of a computer that stores notable instructions close to the notable hardware.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Banking</a:t>
            </a:r>
            <a:endParaRPr/>
          </a:p>
        </p:txBody>
      </p:sp>
      <p:sp>
        <p:nvSpPr>
          <p:cNvPr id="392" name="Google Shape;392;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98" name="Google Shape;398;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order to optimize the access of registers for threads they are stacked on top of each other and made so that they can be accessed simultaneously.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Operand collector</a:t>
            </a:r>
            <a:endParaRPr/>
          </a:p>
        </p:txBody>
      </p:sp>
      <p:sp>
        <p:nvSpPr>
          <p:cNvPr id="404" name="Google Shape;404;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10" name="Google Shape;410;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hardware component that optimizes the order in which banks are accessed and written to.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7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GPU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