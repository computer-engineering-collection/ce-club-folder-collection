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249cf15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249cf15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249cf156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249cf156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249cf156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249cf156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26cb5af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26cb5af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249cf156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249cf156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249cf156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249cf156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249cf156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249cf156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github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Projects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future we are going to be requiring projects. Don’t worry. We are going to make it easy for you.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The Resources on Github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Everyone is going to need to go to the github. </a:t>
            </a:r>
            <a:r>
              <a:rPr i="1" lang="en"/>
              <a:t>If you don’t know how to get there then go to </a:t>
            </a:r>
            <a:r>
              <a:rPr i="1" lang="en" u="sng">
                <a:solidFill>
                  <a:schemeClr val="hlink"/>
                </a:solidFill>
                <a:hlinkClick r:id="rId3"/>
              </a:rPr>
              <a:t>github.com</a:t>
            </a:r>
            <a:r>
              <a:rPr i="1" lang="en"/>
              <a:t> and go to your profile. From there go to your organization. </a:t>
            </a:r>
            <a:endParaRPr i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Where do y’all think project related stuff is going to be kept in the github?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Go to the that file/folder. Think about which are the most immediately difficult ones. Don’t say them out loud yet.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Projects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Which directed project looks the most difficult? You can say them out loud.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vocab from the next slide do you remember?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Are the projects that are most difficult related to the concepts of these vocab terms?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Vocab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 gates, memory, sequential logic, latch, flip flops, registers, register files, memory array, primary/secondary memory, RAM, ROM, stack memory, and flash memory.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Operating system, processes, process sections, process pages, process lifecycle, process scheduling, system interrupts, dispatch latency, user/kernel mode, virtual memory, cpu instruction cycle, parallelism, thread, concurrency, and ipc.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Integrated/stand-alone gpus, warps, gpu instruction cycle, Simt, simd, SM, caches, banking, swizzled bank, operand collector, cache memory, scratchpad memory, and hazards.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Category Overview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Projects have categories that are largely based on the topics we have taught in the past meetings. </a:t>
            </a:r>
            <a:r>
              <a:rPr i="1" lang="en"/>
              <a:t>These categories are called OS, cpu, memory, asm, gpu, verilog, compiler and circuits.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OS - OS largely involve replicating the way OSs work. You would learn about how to operate within the modes of the OS and truly allow yourself to understand how OSs works.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CPU - CPU </a:t>
            </a:r>
            <a:r>
              <a:rPr lang="en"/>
              <a:t>largely involves the ways that cpus work and interact with their new technology.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Category Overview	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- Memory largely involves working with the caching and RAM.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ASM - Assembly involves a fundamental interaction with all of the </a:t>
            </a:r>
            <a:r>
              <a:rPr lang="en"/>
              <a:t>previously stated categories.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GPU - Not included in the directed projects.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Verilog - Will be implemented.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Compiler - Compilers involve how code is translated into machine code.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Circuits - Circuits largely involve looking at how to architect traditional computers.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Category Explanation 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lot of these categories overlap. For example os, </a:t>
            </a:r>
            <a:r>
              <a:rPr lang="en"/>
              <a:t>memory</a:t>
            </a:r>
            <a:r>
              <a:rPr lang="en"/>
              <a:t>, cpus, asm and compiler all have concepts that can be applicable to multiple categories.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These directed projects are intended to allow you to reinforce the things taught during the club meetings and build on them.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/>
              <a:t>With that being said which 2 categories do you like the most? From those categories choose 3 directed projects. Read them over and tell us your top 3.</a:t>
            </a:r>
            <a:endParaRPr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